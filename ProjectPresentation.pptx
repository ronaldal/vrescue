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2"/>
  </p:notesMasterIdLst>
  <p:sldIdLst>
    <p:sldId id="256" r:id="rId2"/>
    <p:sldId id="257" r:id="rId3"/>
    <p:sldId id="262" r:id="rId4"/>
    <p:sldId id="259" r:id="rId5"/>
    <p:sldId id="258" r:id="rId6"/>
    <p:sldId id="260" r:id="rId7"/>
    <p:sldId id="312" r:id="rId8"/>
    <p:sldId id="313" r:id="rId9"/>
    <p:sldId id="314" r:id="rId10"/>
    <p:sldId id="290" r:id="rId11"/>
  </p:sldIdLst>
  <p:sldSz cx="9144000" cy="5143500" type="screen16x9"/>
  <p:notesSz cx="6858000" cy="9144000"/>
  <p:embeddedFontLst>
    <p:embeddedFont>
      <p:font typeface="Amatic SC" panose="00000500000000000000" pitchFamily="2" charset="-79"/>
      <p:regular r:id="rId13"/>
      <p:bold r:id="rId14"/>
    </p:embeddedFont>
    <p:embeddedFont>
      <p:font typeface="Anaheim" panose="020B0604020202020204" charset="0"/>
      <p:regular r:id="rId15"/>
      <p:bold r:id="rId16"/>
    </p:embeddedFont>
    <p:embeddedFont>
      <p:font typeface="Barlow" panose="00000500000000000000" pitchFamily="2" charset="0"/>
      <p:regular r:id="rId17"/>
      <p:bold r:id="rId18"/>
      <p:italic r:id="rId19"/>
      <p:boldItalic r:id="rId20"/>
    </p:embeddedFont>
    <p:embeddedFont>
      <p:font typeface="Cascadia Mono" panose="020B0609020000020004" pitchFamily="49" charset="0"/>
      <p:regular r:id="rId21"/>
      <p:bold r:id="rId22"/>
    </p:embeddedFont>
    <p:embeddedFont>
      <p:font typeface="Nunito Light" pitchFamily="2" charset="0"/>
      <p:regular r:id="rId23"/>
      <p:italic r:id="rId24"/>
    </p:embeddedFont>
    <p:embeddedFont>
      <p:font typeface="Poppins" panose="00000500000000000000" pitchFamily="2" charset="0"/>
      <p:regular r:id="rId25"/>
      <p:bold r:id="rId26"/>
      <p:italic r:id="rId27"/>
      <p:boldItalic r:id="rId28"/>
    </p:embeddedFont>
    <p:embeddedFont>
      <p:font typeface="Poppins Black" panose="00000A00000000000000" pitchFamily="2" charset="0"/>
      <p:bold r:id="rId29"/>
      <p:boldItalic r:id="rId30"/>
    </p:embeddedFont>
    <p:embeddedFont>
      <p:font typeface="Poppins ExtraBold" panose="00000900000000000000" pitchFamily="2" charset="0"/>
      <p:bold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4F4"/>
    <a:srgbClr val="7B7B7B"/>
    <a:srgbClr val="0B5394"/>
    <a:srgbClr val="1BBBE9"/>
    <a:srgbClr val="A6A6A6"/>
    <a:srgbClr val="E3DF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5F06C2-AAB3-47A9-963E-04909DF62DC8}">
  <a:tblStyle styleId="{1B5F06C2-AAB3-47A9-963E-04909DF62DC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FE68819-248A-4498-AF0E-F6DC855E439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1216"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a:extLst>
            <a:ext uri="{FF2B5EF4-FFF2-40B4-BE49-F238E27FC236}">
              <a16:creationId xmlns:a16="http://schemas.microsoft.com/office/drawing/2014/main" id="{DC45AB17-37C8-AD27-6FAA-18B07C5FCEF4}"/>
            </a:ext>
          </a:extLst>
        </p:cNvPr>
        <p:cNvGrpSpPr/>
        <p:nvPr/>
      </p:nvGrpSpPr>
      <p:grpSpPr>
        <a:xfrm>
          <a:off x="0" y="0"/>
          <a:ext cx="0" cy="0"/>
          <a:chOff x="0" y="0"/>
          <a:chExt cx="0" cy="0"/>
        </a:xfrm>
      </p:grpSpPr>
      <p:sp>
        <p:nvSpPr>
          <p:cNvPr id="911" name="Google Shape;911;g54dda1946d_6_308:notes">
            <a:extLst>
              <a:ext uri="{FF2B5EF4-FFF2-40B4-BE49-F238E27FC236}">
                <a16:creationId xmlns:a16="http://schemas.microsoft.com/office/drawing/2014/main" id="{4BE14DDF-C02F-F16D-1EDB-FCF45D095C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a:extLst>
              <a:ext uri="{FF2B5EF4-FFF2-40B4-BE49-F238E27FC236}">
                <a16:creationId xmlns:a16="http://schemas.microsoft.com/office/drawing/2014/main" id="{C06DF95D-55C2-E321-BA94-8F5487AC19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4114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a:extLst>
            <a:ext uri="{FF2B5EF4-FFF2-40B4-BE49-F238E27FC236}">
              <a16:creationId xmlns:a16="http://schemas.microsoft.com/office/drawing/2014/main" id="{8BA30F7C-04C8-9890-B66F-6271C25051E7}"/>
            </a:ext>
          </a:extLst>
        </p:cNvPr>
        <p:cNvGrpSpPr/>
        <p:nvPr/>
      </p:nvGrpSpPr>
      <p:grpSpPr>
        <a:xfrm>
          <a:off x="0" y="0"/>
          <a:ext cx="0" cy="0"/>
          <a:chOff x="0" y="0"/>
          <a:chExt cx="0" cy="0"/>
        </a:xfrm>
      </p:grpSpPr>
      <p:sp>
        <p:nvSpPr>
          <p:cNvPr id="911" name="Google Shape;911;g54dda1946d_6_308:notes">
            <a:extLst>
              <a:ext uri="{FF2B5EF4-FFF2-40B4-BE49-F238E27FC236}">
                <a16:creationId xmlns:a16="http://schemas.microsoft.com/office/drawing/2014/main" id="{4F785E61-59C5-2D69-8C1B-DF1BB8F02C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a:extLst>
              <a:ext uri="{FF2B5EF4-FFF2-40B4-BE49-F238E27FC236}">
                <a16:creationId xmlns:a16="http://schemas.microsoft.com/office/drawing/2014/main" id="{EA62189C-D35E-4BD2-65ED-C74A73A773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8590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5"/>
        <p:cNvGrpSpPr/>
        <p:nvPr/>
      </p:nvGrpSpPr>
      <p:grpSpPr>
        <a:xfrm>
          <a:off x="0" y="0"/>
          <a:ext cx="0" cy="0"/>
          <a:chOff x="0" y="0"/>
          <a:chExt cx="0" cy="0"/>
        </a:xfrm>
      </p:grpSpPr>
      <p:sp>
        <p:nvSpPr>
          <p:cNvPr id="1776" name="Google Shape;1776;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7" name="Google Shape;1777;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782" y="-1232671"/>
            <a:ext cx="9807905" cy="7974474"/>
            <a:chOff x="-6782" y="-1232671"/>
            <a:chExt cx="9807905" cy="7974474"/>
          </a:xfrm>
        </p:grpSpPr>
        <p:sp>
          <p:nvSpPr>
            <p:cNvPr id="10" name="Google Shape;10;p2"/>
            <p:cNvSpPr/>
            <p:nvPr/>
          </p:nvSpPr>
          <p:spPr>
            <a:xfrm rot="-5400000">
              <a:off x="7120124" y="40608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 y="4104678"/>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782" y="-1232671"/>
              <a:ext cx="9150782"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885529" y="302485"/>
            <a:ext cx="10998540" cy="4878740"/>
            <a:chOff x="-885529" y="302485"/>
            <a:chExt cx="10998540" cy="4878740"/>
          </a:xfrm>
        </p:grpSpPr>
        <p:sp>
          <p:nvSpPr>
            <p:cNvPr id="14" name="Google Shape;14;p2"/>
            <p:cNvSpPr/>
            <p:nvPr/>
          </p:nvSpPr>
          <p:spPr>
            <a:xfrm>
              <a:off x="2581296" y="4914218"/>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7266974" y="493784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3550" y="4455724"/>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flipH="1">
              <a:off x="8291042" y="569492"/>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885529" y="302485"/>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689412" y="-2417039"/>
            <a:ext cx="11168660" cy="9105554"/>
            <a:chOff x="-689412" y="-2417039"/>
            <a:chExt cx="11168660" cy="9105554"/>
          </a:xfrm>
        </p:grpSpPr>
        <p:grpSp>
          <p:nvGrpSpPr>
            <p:cNvPr id="20" name="Google Shape;20;p2"/>
            <p:cNvGrpSpPr/>
            <p:nvPr/>
          </p:nvGrpSpPr>
          <p:grpSpPr>
            <a:xfrm>
              <a:off x="6699625" y="4455725"/>
              <a:ext cx="3779622" cy="1782883"/>
              <a:chOff x="5782225" y="4455725"/>
              <a:chExt cx="3779622" cy="1782883"/>
            </a:xfrm>
          </p:grpSpPr>
          <p:sp>
            <p:nvSpPr>
              <p:cNvPr id="21" name="Google Shape;21;p2"/>
              <p:cNvSpPr/>
              <p:nvPr/>
            </p:nvSpPr>
            <p:spPr>
              <a:xfrm>
                <a:off x="675657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782225" y="47012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48925" y="4604000"/>
              <a:ext cx="5424616" cy="2084515"/>
              <a:chOff x="0" y="4604000"/>
              <a:chExt cx="5424616" cy="2084515"/>
            </a:xfrm>
          </p:grpSpPr>
          <p:sp>
            <p:nvSpPr>
              <p:cNvPr id="24" name="Google Shape;24;p2"/>
              <p:cNvSpPr/>
              <p:nvPr/>
            </p:nvSpPr>
            <p:spPr>
              <a:xfrm>
                <a:off x="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92960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0800000">
              <a:off x="-689412" y="-117347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4880516" y="-24170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txBox="1">
            <a:spLocks noGrp="1"/>
          </p:cNvSpPr>
          <p:nvPr>
            <p:ph type="ctrTitle"/>
          </p:nvPr>
        </p:nvSpPr>
        <p:spPr>
          <a:xfrm>
            <a:off x="1394250" y="1432275"/>
            <a:ext cx="6355500" cy="16101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300"/>
              <a:buNone/>
              <a:defRPr sz="4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 name="Google Shape;29;p2"/>
          <p:cNvSpPr txBox="1">
            <a:spLocks noGrp="1"/>
          </p:cNvSpPr>
          <p:nvPr>
            <p:ph type="subTitle" idx="1"/>
          </p:nvPr>
        </p:nvSpPr>
        <p:spPr>
          <a:xfrm>
            <a:off x="1394250" y="3058425"/>
            <a:ext cx="6355500" cy="38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3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grpSp>
        <p:nvGrpSpPr>
          <p:cNvPr id="31" name="Google Shape;31;p3"/>
          <p:cNvGrpSpPr/>
          <p:nvPr/>
        </p:nvGrpSpPr>
        <p:grpSpPr>
          <a:xfrm>
            <a:off x="-642935" y="-1483293"/>
            <a:ext cx="10417533" cy="7928897"/>
            <a:chOff x="-642935" y="-1483293"/>
            <a:chExt cx="10417533" cy="7928897"/>
          </a:xfrm>
        </p:grpSpPr>
        <p:sp>
          <p:nvSpPr>
            <p:cNvPr id="32" name="Google Shape;32;p3"/>
            <p:cNvSpPr/>
            <p:nvPr/>
          </p:nvSpPr>
          <p:spPr>
            <a:xfrm rot="10800000">
              <a:off x="-642935" y="-148329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6254199" y="46040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a:off x="-732996" y="7"/>
            <a:ext cx="7266640" cy="5159850"/>
            <a:chOff x="-732996" y="7"/>
            <a:chExt cx="7266640" cy="5159850"/>
          </a:xfrm>
        </p:grpSpPr>
        <p:sp>
          <p:nvSpPr>
            <p:cNvPr id="35" name="Google Shape;35;p3"/>
            <p:cNvSpPr/>
            <p:nvPr/>
          </p:nvSpPr>
          <p:spPr>
            <a:xfrm rot="10800000">
              <a:off x="4161656" y="497632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10800000">
              <a:off x="5115392"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732996" y="4324988"/>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a:off x="2085025" y="1564950"/>
            <a:ext cx="41583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9" name="Google Shape;39;p3"/>
          <p:cNvSpPr txBox="1">
            <a:spLocks noGrp="1"/>
          </p:cNvSpPr>
          <p:nvPr>
            <p:ph type="title" idx="2" hasCustomPrompt="1"/>
          </p:nvPr>
        </p:nvSpPr>
        <p:spPr>
          <a:xfrm>
            <a:off x="1050075" y="1564950"/>
            <a:ext cx="969000" cy="1511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Poppins"/>
              <a:buNone/>
              <a:defRPr sz="4100">
                <a:latin typeface="Poppins"/>
                <a:ea typeface="Poppins"/>
                <a:cs typeface="Poppins"/>
                <a:sym typeface="Poppins"/>
              </a:defRPr>
            </a:lvl1pPr>
            <a:lvl2pPr lvl="1"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2pPr>
            <a:lvl3pPr lvl="2"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3pPr>
            <a:lvl4pPr lvl="3"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4pPr>
            <a:lvl5pPr lvl="4"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5pPr>
            <a:lvl6pPr lvl="5"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6pPr>
            <a:lvl7pPr lvl="6"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7pPr>
            <a:lvl8pPr lvl="7"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8pPr>
            <a:lvl9pPr lvl="8"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9pPr>
          </a:lstStyle>
          <a:p>
            <a:r>
              <a:t>xx%</a:t>
            </a:r>
          </a:p>
        </p:txBody>
      </p:sp>
      <p:grpSp>
        <p:nvGrpSpPr>
          <p:cNvPr id="40" name="Google Shape;40;p3"/>
          <p:cNvGrpSpPr/>
          <p:nvPr/>
        </p:nvGrpSpPr>
        <p:grpSpPr>
          <a:xfrm>
            <a:off x="-10" y="-2237114"/>
            <a:ext cx="9822707" cy="9720614"/>
            <a:chOff x="-10" y="-2237114"/>
            <a:chExt cx="9822707" cy="9720614"/>
          </a:xfrm>
        </p:grpSpPr>
        <p:sp>
          <p:nvSpPr>
            <p:cNvPr id="41" name="Google Shape;41;p3"/>
            <p:cNvSpPr/>
            <p:nvPr/>
          </p:nvSpPr>
          <p:spPr>
            <a:xfrm rot="10800000">
              <a:off x="4707290" y="-2237114"/>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0" y="446596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flipH="1">
            <a:off x="-1344315" y="539496"/>
            <a:ext cx="3074607" cy="453954"/>
            <a:chOff x="5478797" y="847321"/>
            <a:chExt cx="3074607" cy="453954"/>
          </a:xfrm>
        </p:grpSpPr>
        <p:grpSp>
          <p:nvGrpSpPr>
            <p:cNvPr id="44" name="Google Shape;44;p3"/>
            <p:cNvGrpSpPr/>
            <p:nvPr/>
          </p:nvGrpSpPr>
          <p:grpSpPr>
            <a:xfrm flipH="1">
              <a:off x="5675409" y="922405"/>
              <a:ext cx="2877996" cy="223763"/>
              <a:chOff x="1687059" y="2012316"/>
              <a:chExt cx="3573375" cy="277863"/>
            </a:xfrm>
          </p:grpSpPr>
          <p:sp>
            <p:nvSpPr>
              <p:cNvPr id="45" name="Google Shape;45;p3"/>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46" name="Google Shape;46;p3"/>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flipH="1">
              <a:off x="5478797" y="1255615"/>
              <a:ext cx="3010303" cy="45661"/>
              <a:chOff x="1766900" y="2869225"/>
              <a:chExt cx="3737650" cy="56700"/>
            </a:xfrm>
          </p:grpSpPr>
          <p:cxnSp>
            <p:nvCxnSpPr>
              <p:cNvPr id="48" name="Google Shape;48;p3"/>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9" name="Google Shape;49;p3"/>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3"/>
            <p:cNvGrpSpPr/>
            <p:nvPr/>
          </p:nvGrpSpPr>
          <p:grpSpPr>
            <a:xfrm flipH="1">
              <a:off x="6072799" y="847321"/>
              <a:ext cx="2430997" cy="185534"/>
              <a:chOff x="1748547" y="1392116"/>
              <a:chExt cx="5911958" cy="451312"/>
            </a:xfrm>
          </p:grpSpPr>
          <p:sp>
            <p:nvSpPr>
              <p:cNvPr id="51" name="Google Shape;51;p3"/>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grpSp>
        <p:nvGrpSpPr>
          <p:cNvPr id="54" name="Google Shape;54;p4"/>
          <p:cNvGrpSpPr/>
          <p:nvPr/>
        </p:nvGrpSpPr>
        <p:grpSpPr>
          <a:xfrm>
            <a:off x="7852085" y="4186321"/>
            <a:ext cx="3074607" cy="453954"/>
            <a:chOff x="5478797" y="847321"/>
            <a:chExt cx="3074607" cy="453954"/>
          </a:xfrm>
        </p:grpSpPr>
        <p:grpSp>
          <p:nvGrpSpPr>
            <p:cNvPr id="55" name="Google Shape;55;p4"/>
            <p:cNvGrpSpPr/>
            <p:nvPr/>
          </p:nvGrpSpPr>
          <p:grpSpPr>
            <a:xfrm flipH="1">
              <a:off x="5675409" y="922405"/>
              <a:ext cx="2877996" cy="223763"/>
              <a:chOff x="1687059" y="2012316"/>
              <a:chExt cx="3573375" cy="277863"/>
            </a:xfrm>
          </p:grpSpPr>
          <p:sp>
            <p:nvSpPr>
              <p:cNvPr id="56" name="Google Shape;56;p4"/>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57" name="Google Shape;57;p4"/>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4"/>
            <p:cNvGrpSpPr/>
            <p:nvPr/>
          </p:nvGrpSpPr>
          <p:grpSpPr>
            <a:xfrm flipH="1">
              <a:off x="6072799" y="847321"/>
              <a:ext cx="2430997" cy="185534"/>
              <a:chOff x="1748547" y="1392116"/>
              <a:chExt cx="5911958" cy="451312"/>
            </a:xfrm>
          </p:grpSpPr>
          <p:sp>
            <p:nvSpPr>
              <p:cNvPr id="59" name="Google Shape;59;p4"/>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60" name="Google Shape;60;p4"/>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4"/>
            <p:cNvGrpSpPr/>
            <p:nvPr/>
          </p:nvGrpSpPr>
          <p:grpSpPr>
            <a:xfrm flipH="1">
              <a:off x="5478797" y="1255615"/>
              <a:ext cx="3010303" cy="45661"/>
              <a:chOff x="1766900" y="2869225"/>
              <a:chExt cx="3737650" cy="56700"/>
            </a:xfrm>
          </p:grpSpPr>
          <p:cxnSp>
            <p:nvCxnSpPr>
              <p:cNvPr id="62" name="Google Shape;62;p4"/>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63" name="Google Shape;63;p4"/>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 name="Google Shape;64;p4"/>
          <p:cNvGrpSpPr/>
          <p:nvPr/>
        </p:nvGrpSpPr>
        <p:grpSpPr>
          <a:xfrm>
            <a:off x="-522276" y="-1302097"/>
            <a:ext cx="7191391" cy="7853482"/>
            <a:chOff x="-522276" y="-1302097"/>
            <a:chExt cx="7191391" cy="7853482"/>
          </a:xfrm>
        </p:grpSpPr>
        <p:sp>
          <p:nvSpPr>
            <p:cNvPr id="65" name="Google Shape;65;p4"/>
            <p:cNvSpPr/>
            <p:nvPr/>
          </p:nvSpPr>
          <p:spPr>
            <a:xfrm flipH="1">
              <a:off x="3148717" y="4709785"/>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10800000" flipH="1">
              <a:off x="-522276" y="-130209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4"/>
          <p:cNvSpPr txBox="1">
            <a:spLocks noGrp="1"/>
          </p:cNvSpPr>
          <p:nvPr>
            <p:ph type="body" idx="1"/>
          </p:nvPr>
        </p:nvSpPr>
        <p:spPr>
          <a:xfrm>
            <a:off x="720000" y="1065989"/>
            <a:ext cx="7704000" cy="342000"/>
          </a:xfrm>
          <a:prstGeom prst="rect">
            <a:avLst/>
          </a:prstGeom>
        </p:spPr>
        <p:txBody>
          <a:bodyPr spcFirstLastPara="1" wrap="square" lIns="91425" tIns="91425" rIns="91425" bIns="91425" anchor="t" anchorCtr="0">
            <a:noAutofit/>
          </a:bodyPr>
          <a:lstStyle>
            <a:lvl1pPr marL="457200" lvl="0" indent="-304800" algn="ctr" rtl="0">
              <a:spcBef>
                <a:spcPts val="0"/>
              </a:spcBef>
              <a:spcAft>
                <a:spcPts val="0"/>
              </a:spcAft>
              <a:buSzPts val="1200"/>
              <a:buFont typeface="Nunito Light"/>
              <a:buChar char="●"/>
              <a:defRPr>
                <a:solidFill>
                  <a:schemeClr val="hlink"/>
                </a:solidFill>
                <a:latin typeface="Barlow"/>
                <a:ea typeface="Barlow"/>
                <a:cs typeface="Barlow"/>
                <a:sym typeface="Barlow"/>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69" name="Google Shape;69;p4"/>
          <p:cNvSpPr/>
          <p:nvPr/>
        </p:nvSpPr>
        <p:spPr>
          <a:xfrm flipH="1">
            <a:off x="6000549" y="460399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4"/>
          <p:cNvGrpSpPr/>
          <p:nvPr/>
        </p:nvGrpSpPr>
        <p:grpSpPr>
          <a:xfrm>
            <a:off x="4132575" y="4716825"/>
            <a:ext cx="5724316" cy="2084515"/>
            <a:chOff x="4132575" y="4716825"/>
            <a:chExt cx="5724316" cy="2084515"/>
          </a:xfrm>
        </p:grpSpPr>
        <p:sp>
          <p:nvSpPr>
            <p:cNvPr id="71" name="Google Shape;71;p4"/>
            <p:cNvSpPr/>
            <p:nvPr/>
          </p:nvSpPr>
          <p:spPr>
            <a:xfrm flipH="1">
              <a:off x="53618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flipH="1">
              <a:off x="41325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2"/>
        <p:cNvGrpSpPr/>
        <p:nvPr/>
      </p:nvGrpSpPr>
      <p:grpSpPr>
        <a:xfrm>
          <a:off x="0" y="0"/>
          <a:ext cx="0" cy="0"/>
          <a:chOff x="0" y="0"/>
          <a:chExt cx="0" cy="0"/>
        </a:xfrm>
      </p:grpSpPr>
      <p:sp>
        <p:nvSpPr>
          <p:cNvPr id="113" name="Google Shape;113;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4" name="Google Shape;114;p7"/>
          <p:cNvSpPr txBox="1">
            <a:spLocks noGrp="1"/>
          </p:cNvSpPr>
          <p:nvPr>
            <p:ph type="subTitle" idx="1"/>
          </p:nvPr>
        </p:nvSpPr>
        <p:spPr>
          <a:xfrm>
            <a:off x="1039274" y="1747188"/>
            <a:ext cx="3057000" cy="2298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15" name="Google Shape;115;p7"/>
          <p:cNvSpPr>
            <a:spLocks noGrp="1"/>
          </p:cNvSpPr>
          <p:nvPr>
            <p:ph type="pic" idx="2"/>
          </p:nvPr>
        </p:nvSpPr>
        <p:spPr>
          <a:xfrm>
            <a:off x="4393774" y="1379588"/>
            <a:ext cx="3903300" cy="3033600"/>
          </a:xfrm>
          <a:prstGeom prst="rect">
            <a:avLst/>
          </a:prstGeom>
          <a:noFill/>
          <a:ln>
            <a:noFill/>
          </a:ln>
        </p:spPr>
      </p:sp>
      <p:sp>
        <p:nvSpPr>
          <p:cNvPr id="116" name="Google Shape;116;p7"/>
          <p:cNvSpPr/>
          <p:nvPr/>
        </p:nvSpPr>
        <p:spPr>
          <a:xfrm>
            <a:off x="-1098862" y="460401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rot="10800000" flipH="1">
            <a:off x="-1594613" y="-603810"/>
            <a:ext cx="3247250" cy="169871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13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 name="Google Shape;118;p7"/>
          <p:cNvGrpSpPr/>
          <p:nvPr/>
        </p:nvGrpSpPr>
        <p:grpSpPr>
          <a:xfrm>
            <a:off x="645846" y="7"/>
            <a:ext cx="7230373" cy="5143500"/>
            <a:chOff x="645846" y="7"/>
            <a:chExt cx="7230373" cy="5143500"/>
          </a:xfrm>
        </p:grpSpPr>
        <p:sp>
          <p:nvSpPr>
            <p:cNvPr id="119" name="Google Shape;119;p7"/>
            <p:cNvSpPr/>
            <p:nvPr/>
          </p:nvSpPr>
          <p:spPr>
            <a:xfrm rot="10800000">
              <a:off x="6457967"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rot="10800000">
              <a:off x="645846" y="495997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7"/>
          <p:cNvGrpSpPr/>
          <p:nvPr/>
        </p:nvGrpSpPr>
        <p:grpSpPr>
          <a:xfrm>
            <a:off x="-1510053" y="314652"/>
            <a:ext cx="3296400" cy="703085"/>
            <a:chOff x="-12" y="3628590"/>
            <a:chExt cx="3296400" cy="703085"/>
          </a:xfrm>
        </p:grpSpPr>
        <p:grpSp>
          <p:nvGrpSpPr>
            <p:cNvPr id="122" name="Google Shape;122;p7"/>
            <p:cNvGrpSpPr/>
            <p:nvPr/>
          </p:nvGrpSpPr>
          <p:grpSpPr>
            <a:xfrm>
              <a:off x="854867" y="3996692"/>
              <a:ext cx="1567047" cy="45661"/>
              <a:chOff x="1754675" y="2661275"/>
              <a:chExt cx="1945675" cy="56700"/>
            </a:xfrm>
          </p:grpSpPr>
          <p:cxnSp>
            <p:nvCxnSpPr>
              <p:cNvPr id="123" name="Google Shape;123;p7"/>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24" name="Google Shape;124;p7"/>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7"/>
            <p:cNvGrpSpPr/>
            <p:nvPr/>
          </p:nvGrpSpPr>
          <p:grpSpPr>
            <a:xfrm>
              <a:off x="518420" y="4195487"/>
              <a:ext cx="1561280" cy="136187"/>
              <a:chOff x="1754675" y="2824000"/>
              <a:chExt cx="4728285" cy="412439"/>
            </a:xfrm>
          </p:grpSpPr>
          <p:sp>
            <p:nvSpPr>
              <p:cNvPr id="126" name="Google Shape;126;p7"/>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27" name="Google Shape;127;p7"/>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128;p7"/>
            <p:cNvGrpSpPr/>
            <p:nvPr/>
          </p:nvGrpSpPr>
          <p:grpSpPr>
            <a:xfrm>
              <a:off x="226304" y="3764887"/>
              <a:ext cx="3070084" cy="102364"/>
              <a:chOff x="1779150" y="2604263"/>
              <a:chExt cx="3811875" cy="127113"/>
            </a:xfrm>
          </p:grpSpPr>
          <p:sp>
            <p:nvSpPr>
              <p:cNvPr id="129" name="Google Shape;129;p7"/>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30" name="Google Shape;130;p7"/>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131;p7"/>
            <p:cNvGrpSpPr/>
            <p:nvPr/>
          </p:nvGrpSpPr>
          <p:grpSpPr>
            <a:xfrm>
              <a:off x="-12" y="3628590"/>
              <a:ext cx="3010303" cy="45661"/>
              <a:chOff x="1766900" y="2869225"/>
              <a:chExt cx="3737650" cy="56700"/>
            </a:xfrm>
          </p:grpSpPr>
          <p:cxnSp>
            <p:nvCxnSpPr>
              <p:cNvPr id="132" name="Google Shape;132;p7"/>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33" name="Google Shape;133;p7"/>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4" name="Google Shape;134;p7"/>
          <p:cNvGrpSpPr/>
          <p:nvPr/>
        </p:nvGrpSpPr>
        <p:grpSpPr>
          <a:xfrm>
            <a:off x="-1510039" y="-1589006"/>
            <a:ext cx="11920665" cy="7774731"/>
            <a:chOff x="-1510039" y="-1589006"/>
            <a:chExt cx="11920665" cy="7774731"/>
          </a:xfrm>
        </p:grpSpPr>
        <p:sp>
          <p:nvSpPr>
            <p:cNvPr id="135" name="Google Shape;135;p7"/>
            <p:cNvSpPr/>
            <p:nvPr/>
          </p:nvSpPr>
          <p:spPr>
            <a:xfrm rot="10800000">
              <a:off x="6802328" y="-1589006"/>
              <a:ext cx="3608299" cy="212850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1510039" y="4316600"/>
              <a:ext cx="3573015" cy="1869125"/>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88"/>
        <p:cNvGrpSpPr/>
        <p:nvPr/>
      </p:nvGrpSpPr>
      <p:grpSpPr>
        <a:xfrm>
          <a:off x="0" y="0"/>
          <a:ext cx="0" cy="0"/>
          <a:chOff x="0" y="0"/>
          <a:chExt cx="0" cy="0"/>
        </a:xfrm>
      </p:grpSpPr>
      <p:grpSp>
        <p:nvGrpSpPr>
          <p:cNvPr id="189" name="Google Shape;189;p9"/>
          <p:cNvGrpSpPr/>
          <p:nvPr/>
        </p:nvGrpSpPr>
        <p:grpSpPr>
          <a:xfrm>
            <a:off x="-427509" y="-1247071"/>
            <a:ext cx="9750025" cy="7678774"/>
            <a:chOff x="-427509" y="-1247071"/>
            <a:chExt cx="9750025" cy="7678774"/>
          </a:xfrm>
        </p:grpSpPr>
        <p:sp>
          <p:nvSpPr>
            <p:cNvPr id="190" name="Google Shape;190;p9"/>
            <p:cNvSpPr/>
            <p:nvPr/>
          </p:nvSpPr>
          <p:spPr>
            <a:xfrm>
              <a:off x="-10" y="4520307"/>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9"/>
            <p:cNvSpPr/>
            <p:nvPr/>
          </p:nvSpPr>
          <p:spPr>
            <a:xfrm rot="10800000">
              <a:off x="5802117" y="-1134709"/>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rot="5400000">
              <a:off x="-1266908" y="-407672"/>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9"/>
          <p:cNvSpPr txBox="1">
            <a:spLocks noGrp="1"/>
          </p:cNvSpPr>
          <p:nvPr>
            <p:ph type="title"/>
          </p:nvPr>
        </p:nvSpPr>
        <p:spPr>
          <a:xfrm>
            <a:off x="1481025" y="2102825"/>
            <a:ext cx="2954400" cy="946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sz="5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194" name="Google Shape;194;p9"/>
          <p:cNvSpPr txBox="1">
            <a:spLocks noGrp="1"/>
          </p:cNvSpPr>
          <p:nvPr>
            <p:ph type="subTitle" idx="1"/>
          </p:nvPr>
        </p:nvSpPr>
        <p:spPr>
          <a:xfrm>
            <a:off x="4555250" y="2102825"/>
            <a:ext cx="3294000" cy="946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5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95" name="Google Shape;195;p9"/>
          <p:cNvGrpSpPr/>
          <p:nvPr/>
        </p:nvGrpSpPr>
        <p:grpSpPr>
          <a:xfrm>
            <a:off x="-427494" y="7"/>
            <a:ext cx="9851067" cy="5168274"/>
            <a:chOff x="-427494" y="7"/>
            <a:chExt cx="9851067" cy="5168274"/>
          </a:xfrm>
        </p:grpSpPr>
        <p:sp>
          <p:nvSpPr>
            <p:cNvPr id="196" name="Google Shape;196;p9"/>
            <p:cNvSpPr/>
            <p:nvPr/>
          </p:nvSpPr>
          <p:spPr>
            <a:xfrm rot="10800000">
              <a:off x="7647417"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9"/>
            <p:cNvSpPr/>
            <p:nvPr/>
          </p:nvSpPr>
          <p:spPr>
            <a:xfrm flipH="1">
              <a:off x="1920116" y="4983988"/>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9"/>
            <p:cNvSpPr/>
            <p:nvPr/>
          </p:nvSpPr>
          <p:spPr>
            <a:xfrm rot="10800000" flipH="1">
              <a:off x="-427494" y="80977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9"/>
            <p:cNvSpPr/>
            <p:nvPr/>
          </p:nvSpPr>
          <p:spPr>
            <a:xfrm flipH="1">
              <a:off x="8005321" y="4336991"/>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p9"/>
          <p:cNvGrpSpPr/>
          <p:nvPr/>
        </p:nvGrpSpPr>
        <p:grpSpPr>
          <a:xfrm>
            <a:off x="-591414" y="-2175664"/>
            <a:ext cx="11258111" cy="9004879"/>
            <a:chOff x="-591414" y="-2175664"/>
            <a:chExt cx="11258111" cy="9004879"/>
          </a:xfrm>
        </p:grpSpPr>
        <p:grpSp>
          <p:nvGrpSpPr>
            <p:cNvPr id="201" name="Google Shape;201;p9"/>
            <p:cNvGrpSpPr/>
            <p:nvPr/>
          </p:nvGrpSpPr>
          <p:grpSpPr>
            <a:xfrm flipH="1">
              <a:off x="4314168" y="4744700"/>
              <a:ext cx="5712041" cy="2084515"/>
              <a:chOff x="0" y="4530625"/>
              <a:chExt cx="5712041" cy="2084515"/>
            </a:xfrm>
          </p:grpSpPr>
          <p:sp>
            <p:nvSpPr>
              <p:cNvPr id="202" name="Google Shape;202;p9"/>
              <p:cNvSpPr/>
              <p:nvPr/>
            </p:nvSpPr>
            <p:spPr>
              <a:xfrm>
                <a:off x="0" y="45306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9"/>
              <p:cNvSpPr/>
              <p:nvPr/>
            </p:nvSpPr>
            <p:spPr>
              <a:xfrm>
                <a:off x="1217025" y="45306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4" name="Google Shape;204;p9"/>
            <p:cNvSpPr/>
            <p:nvPr/>
          </p:nvSpPr>
          <p:spPr>
            <a:xfrm rot="10800000" flipH="1">
              <a:off x="7861425" y="-9594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9"/>
            <p:cNvSpPr/>
            <p:nvPr/>
          </p:nvSpPr>
          <p:spPr>
            <a:xfrm rot="10800000" flipH="1">
              <a:off x="-591414" y="-2175664"/>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9"/>
            <p:cNvGrpSpPr/>
            <p:nvPr/>
          </p:nvGrpSpPr>
          <p:grpSpPr>
            <a:xfrm flipH="1">
              <a:off x="-501963" y="4669800"/>
              <a:ext cx="3820522" cy="1537408"/>
              <a:chOff x="5741325" y="4455725"/>
              <a:chExt cx="3820522" cy="1537408"/>
            </a:xfrm>
          </p:grpSpPr>
          <p:sp>
            <p:nvSpPr>
              <p:cNvPr id="207" name="Google Shape;207;p9"/>
              <p:cNvSpPr/>
              <p:nvPr/>
            </p:nvSpPr>
            <p:spPr>
              <a:xfrm>
                <a:off x="675657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9"/>
              <p:cNvSpPr/>
              <p:nvPr/>
            </p:nvSpPr>
            <p:spPr>
              <a:xfrm>
                <a:off x="574132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32"/>
        <p:cNvGrpSpPr/>
        <p:nvPr/>
      </p:nvGrpSpPr>
      <p:grpSpPr>
        <a:xfrm>
          <a:off x="0" y="0"/>
          <a:ext cx="0" cy="0"/>
          <a:chOff x="0" y="0"/>
          <a:chExt cx="0" cy="0"/>
        </a:xfrm>
      </p:grpSpPr>
      <p:grpSp>
        <p:nvGrpSpPr>
          <p:cNvPr id="233" name="Google Shape;233;p13"/>
          <p:cNvGrpSpPr/>
          <p:nvPr/>
        </p:nvGrpSpPr>
        <p:grpSpPr>
          <a:xfrm>
            <a:off x="-150966" y="-1569997"/>
            <a:ext cx="9294978" cy="8009776"/>
            <a:chOff x="-150966" y="-1569997"/>
            <a:chExt cx="9294978" cy="8009776"/>
          </a:xfrm>
        </p:grpSpPr>
        <p:sp>
          <p:nvSpPr>
            <p:cNvPr id="234" name="Google Shape;234;p13"/>
            <p:cNvSpPr/>
            <p:nvPr/>
          </p:nvSpPr>
          <p:spPr>
            <a:xfrm flipH="1">
              <a:off x="-150966" y="452838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3"/>
            <p:cNvSpPr/>
            <p:nvPr/>
          </p:nvSpPr>
          <p:spPr>
            <a:xfrm rot="10800000">
              <a:off x="5623599" y="-156999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13"/>
          <p:cNvSpPr txBox="1">
            <a:spLocks noGrp="1"/>
          </p:cNvSpPr>
          <p:nvPr>
            <p:ph type="subTitle" idx="1"/>
          </p:nvPr>
        </p:nvSpPr>
        <p:spPr>
          <a:xfrm>
            <a:off x="1024750" y="3241688"/>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37" name="Google Shape;237;p13"/>
          <p:cNvSpPr txBox="1">
            <a:spLocks noGrp="1"/>
          </p:cNvSpPr>
          <p:nvPr>
            <p:ph type="subTitle" idx="2"/>
          </p:nvPr>
        </p:nvSpPr>
        <p:spPr>
          <a:xfrm>
            <a:off x="3419221" y="3241688"/>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38" name="Google Shape;238;p13"/>
          <p:cNvSpPr txBox="1">
            <a:spLocks noGrp="1"/>
          </p:cNvSpPr>
          <p:nvPr>
            <p:ph type="subTitle" idx="3"/>
          </p:nvPr>
        </p:nvSpPr>
        <p:spPr>
          <a:xfrm>
            <a:off x="5813699" y="3241688"/>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39" name="Google Shape;239;p13"/>
          <p:cNvSpPr txBox="1">
            <a:spLocks noGrp="1"/>
          </p:cNvSpPr>
          <p:nvPr>
            <p:ph type="subTitle" idx="4"/>
          </p:nvPr>
        </p:nvSpPr>
        <p:spPr>
          <a:xfrm>
            <a:off x="1024750" y="179616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40" name="Google Shape;240;p13"/>
          <p:cNvSpPr txBox="1">
            <a:spLocks noGrp="1"/>
          </p:cNvSpPr>
          <p:nvPr>
            <p:ph type="subTitle" idx="5"/>
          </p:nvPr>
        </p:nvSpPr>
        <p:spPr>
          <a:xfrm>
            <a:off x="3419221" y="179616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41" name="Google Shape;241;p13"/>
          <p:cNvSpPr txBox="1">
            <a:spLocks noGrp="1"/>
          </p:cNvSpPr>
          <p:nvPr>
            <p:ph type="subTitle" idx="6"/>
          </p:nvPr>
        </p:nvSpPr>
        <p:spPr>
          <a:xfrm>
            <a:off x="5813699" y="179616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Poppins ExtraBold"/>
              <a:buNone/>
              <a:defRPr sz="2000">
                <a:solidFill>
                  <a:schemeClr val="dk1"/>
                </a:solidFill>
                <a:latin typeface="Poppins ExtraBold"/>
                <a:ea typeface="Poppins ExtraBold"/>
                <a:cs typeface="Poppins ExtraBold"/>
                <a:sym typeface="Poppins ExtraBold"/>
              </a:defRPr>
            </a:lvl1pPr>
            <a:lvl2pPr lvl="1"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2pPr>
            <a:lvl3pPr lvl="2"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3pPr>
            <a:lvl4pPr lvl="3"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4pPr>
            <a:lvl5pPr lvl="4"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5pPr>
            <a:lvl6pPr lvl="5"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6pPr>
            <a:lvl7pPr lvl="6"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7pPr>
            <a:lvl8pPr lvl="7"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8pPr>
            <a:lvl9pPr lvl="8" rtl="0">
              <a:lnSpc>
                <a:spcPct val="100000"/>
              </a:lnSpc>
              <a:spcBef>
                <a:spcPts val="0"/>
              </a:spcBef>
              <a:spcAft>
                <a:spcPts val="0"/>
              </a:spcAft>
              <a:buSzPts val="2400"/>
              <a:buFont typeface="Poppins ExtraBold"/>
              <a:buNone/>
              <a:defRPr sz="2400">
                <a:latin typeface="Poppins ExtraBold"/>
                <a:ea typeface="Poppins ExtraBold"/>
                <a:cs typeface="Poppins ExtraBold"/>
                <a:sym typeface="Poppins ExtraBold"/>
              </a:defRPr>
            </a:lvl9pPr>
          </a:lstStyle>
          <a:p>
            <a:endParaRPr/>
          </a:p>
        </p:txBody>
      </p:sp>
      <p:sp>
        <p:nvSpPr>
          <p:cNvPr id="252" name="Google Shape;25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3" name="Google Shape;253;p13"/>
          <p:cNvSpPr txBox="1">
            <a:spLocks noGrp="1"/>
          </p:cNvSpPr>
          <p:nvPr>
            <p:ph type="title" idx="7" hasCustomPrompt="1"/>
          </p:nvPr>
        </p:nvSpPr>
        <p:spPr>
          <a:xfrm>
            <a:off x="1450150" y="1229150"/>
            <a:ext cx="567000" cy="567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4" name="Google Shape;254;p13"/>
          <p:cNvSpPr txBox="1">
            <a:spLocks noGrp="1"/>
          </p:cNvSpPr>
          <p:nvPr>
            <p:ph type="title" idx="8" hasCustomPrompt="1"/>
          </p:nvPr>
        </p:nvSpPr>
        <p:spPr>
          <a:xfrm>
            <a:off x="1450200" y="2674700"/>
            <a:ext cx="567000" cy="567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5" name="Google Shape;255;p13"/>
          <p:cNvSpPr txBox="1">
            <a:spLocks noGrp="1"/>
          </p:cNvSpPr>
          <p:nvPr>
            <p:ph type="title" idx="9" hasCustomPrompt="1"/>
          </p:nvPr>
        </p:nvSpPr>
        <p:spPr>
          <a:xfrm>
            <a:off x="3844625" y="1229151"/>
            <a:ext cx="567000" cy="567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6" name="Google Shape;256;p13"/>
          <p:cNvSpPr txBox="1">
            <a:spLocks noGrp="1"/>
          </p:cNvSpPr>
          <p:nvPr>
            <p:ph type="title" idx="13" hasCustomPrompt="1"/>
          </p:nvPr>
        </p:nvSpPr>
        <p:spPr>
          <a:xfrm>
            <a:off x="3844625" y="2674699"/>
            <a:ext cx="567000" cy="5670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7" name="Google Shape;257;p13"/>
          <p:cNvSpPr txBox="1">
            <a:spLocks noGrp="1"/>
          </p:cNvSpPr>
          <p:nvPr>
            <p:ph type="title" idx="14" hasCustomPrompt="1"/>
          </p:nvPr>
        </p:nvSpPr>
        <p:spPr>
          <a:xfrm>
            <a:off x="6239100" y="1229152"/>
            <a:ext cx="567000" cy="572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8" name="Google Shape;258;p13"/>
          <p:cNvSpPr txBox="1">
            <a:spLocks noGrp="1"/>
          </p:cNvSpPr>
          <p:nvPr>
            <p:ph type="title" idx="15" hasCustomPrompt="1"/>
          </p:nvPr>
        </p:nvSpPr>
        <p:spPr>
          <a:xfrm>
            <a:off x="6239100" y="2674703"/>
            <a:ext cx="567000" cy="572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3000"/>
              <a:buFont typeface="Poppins"/>
              <a:buNone/>
              <a:defRPr sz="2300">
                <a:latin typeface="Poppins"/>
                <a:ea typeface="Poppins"/>
                <a:cs typeface="Poppins"/>
                <a:sym typeface="Poppins"/>
              </a:defRPr>
            </a:lvl1pPr>
            <a:lvl2pPr lvl="1" rtl="0">
              <a:spcBef>
                <a:spcPts val="0"/>
              </a:spcBef>
              <a:spcAft>
                <a:spcPts val="0"/>
              </a:spcAft>
              <a:buSzPts val="3000"/>
              <a:buFont typeface="Poppins"/>
              <a:buNone/>
              <a:defRPr sz="3000" b="0">
                <a:latin typeface="Poppins"/>
                <a:ea typeface="Poppins"/>
                <a:cs typeface="Poppins"/>
                <a:sym typeface="Poppins"/>
              </a:defRPr>
            </a:lvl2pPr>
            <a:lvl3pPr lvl="2" rtl="0">
              <a:spcBef>
                <a:spcPts val="0"/>
              </a:spcBef>
              <a:spcAft>
                <a:spcPts val="0"/>
              </a:spcAft>
              <a:buSzPts val="3000"/>
              <a:buFont typeface="Poppins"/>
              <a:buNone/>
              <a:defRPr sz="3000" b="0">
                <a:latin typeface="Poppins"/>
                <a:ea typeface="Poppins"/>
                <a:cs typeface="Poppins"/>
                <a:sym typeface="Poppins"/>
              </a:defRPr>
            </a:lvl3pPr>
            <a:lvl4pPr lvl="3" rtl="0">
              <a:spcBef>
                <a:spcPts val="0"/>
              </a:spcBef>
              <a:spcAft>
                <a:spcPts val="0"/>
              </a:spcAft>
              <a:buSzPts val="3000"/>
              <a:buFont typeface="Poppins"/>
              <a:buNone/>
              <a:defRPr sz="3000" b="0">
                <a:latin typeface="Poppins"/>
                <a:ea typeface="Poppins"/>
                <a:cs typeface="Poppins"/>
                <a:sym typeface="Poppins"/>
              </a:defRPr>
            </a:lvl4pPr>
            <a:lvl5pPr lvl="4" rtl="0">
              <a:spcBef>
                <a:spcPts val="0"/>
              </a:spcBef>
              <a:spcAft>
                <a:spcPts val="0"/>
              </a:spcAft>
              <a:buSzPts val="3000"/>
              <a:buFont typeface="Poppins"/>
              <a:buNone/>
              <a:defRPr sz="3000" b="0">
                <a:latin typeface="Poppins"/>
                <a:ea typeface="Poppins"/>
                <a:cs typeface="Poppins"/>
                <a:sym typeface="Poppins"/>
              </a:defRPr>
            </a:lvl5pPr>
            <a:lvl6pPr lvl="5" rtl="0">
              <a:spcBef>
                <a:spcPts val="0"/>
              </a:spcBef>
              <a:spcAft>
                <a:spcPts val="0"/>
              </a:spcAft>
              <a:buSzPts val="3000"/>
              <a:buFont typeface="Poppins"/>
              <a:buNone/>
              <a:defRPr sz="3000" b="0">
                <a:latin typeface="Poppins"/>
                <a:ea typeface="Poppins"/>
                <a:cs typeface="Poppins"/>
                <a:sym typeface="Poppins"/>
              </a:defRPr>
            </a:lvl6pPr>
            <a:lvl7pPr lvl="6" rtl="0">
              <a:spcBef>
                <a:spcPts val="0"/>
              </a:spcBef>
              <a:spcAft>
                <a:spcPts val="0"/>
              </a:spcAft>
              <a:buSzPts val="3000"/>
              <a:buFont typeface="Poppins"/>
              <a:buNone/>
              <a:defRPr sz="3000" b="0">
                <a:latin typeface="Poppins"/>
                <a:ea typeface="Poppins"/>
                <a:cs typeface="Poppins"/>
                <a:sym typeface="Poppins"/>
              </a:defRPr>
            </a:lvl7pPr>
            <a:lvl8pPr lvl="7" rtl="0">
              <a:spcBef>
                <a:spcPts val="0"/>
              </a:spcBef>
              <a:spcAft>
                <a:spcPts val="0"/>
              </a:spcAft>
              <a:buSzPts val="3000"/>
              <a:buFont typeface="Poppins"/>
              <a:buNone/>
              <a:defRPr sz="3000" b="0">
                <a:latin typeface="Poppins"/>
                <a:ea typeface="Poppins"/>
                <a:cs typeface="Poppins"/>
                <a:sym typeface="Poppins"/>
              </a:defRPr>
            </a:lvl8pPr>
            <a:lvl9pPr lvl="8" rtl="0">
              <a:spcBef>
                <a:spcPts val="0"/>
              </a:spcBef>
              <a:spcAft>
                <a:spcPts val="0"/>
              </a:spcAft>
              <a:buSzPts val="3000"/>
              <a:buFont typeface="Poppins"/>
              <a:buNone/>
              <a:defRPr sz="3000" b="0">
                <a:latin typeface="Poppins"/>
                <a:ea typeface="Poppins"/>
                <a:cs typeface="Poppins"/>
                <a:sym typeface="Poppins"/>
              </a:defRPr>
            </a:lvl9pPr>
          </a:lstStyle>
          <a:p>
            <a:r>
              <a:t>xx%</a:t>
            </a:r>
          </a:p>
        </p:txBody>
      </p:sp>
      <p:sp>
        <p:nvSpPr>
          <p:cNvPr id="259" name="Google Shape;259;p13"/>
          <p:cNvSpPr/>
          <p:nvPr/>
        </p:nvSpPr>
        <p:spPr>
          <a:xfrm rot="10800000">
            <a:off x="1316384" y="4901259"/>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3"/>
          <p:cNvSpPr/>
          <p:nvPr/>
        </p:nvSpPr>
        <p:spPr>
          <a:xfrm flipH="1">
            <a:off x="-585437" y="42300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690"/>
        <p:cNvGrpSpPr/>
        <p:nvPr/>
      </p:nvGrpSpPr>
      <p:grpSpPr>
        <a:xfrm>
          <a:off x="0" y="0"/>
          <a:ext cx="0" cy="0"/>
          <a:chOff x="0" y="0"/>
          <a:chExt cx="0" cy="0"/>
        </a:xfrm>
      </p:grpSpPr>
      <p:grpSp>
        <p:nvGrpSpPr>
          <p:cNvPr id="691" name="Google Shape;691;p30"/>
          <p:cNvGrpSpPr/>
          <p:nvPr/>
        </p:nvGrpSpPr>
        <p:grpSpPr>
          <a:xfrm>
            <a:off x="-1206796" y="-728442"/>
            <a:ext cx="11075673" cy="7393347"/>
            <a:chOff x="-1206796" y="-728442"/>
            <a:chExt cx="11075673" cy="7393347"/>
          </a:xfrm>
        </p:grpSpPr>
        <p:sp>
          <p:nvSpPr>
            <p:cNvPr id="692" name="Google Shape;692;p30"/>
            <p:cNvSpPr/>
            <p:nvPr/>
          </p:nvSpPr>
          <p:spPr>
            <a:xfrm rot="10800000" flipH="1">
              <a:off x="-1206796" y="-728442"/>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0"/>
            <p:cNvSpPr/>
            <p:nvPr/>
          </p:nvSpPr>
          <p:spPr>
            <a:xfrm rot="10800000">
              <a:off x="7640980" y="-385"/>
              <a:ext cx="2227897" cy="1165463"/>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0"/>
            <p:cNvSpPr/>
            <p:nvPr/>
          </p:nvSpPr>
          <p:spPr>
            <a:xfrm>
              <a:off x="-150967" y="4753509"/>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5" name="Google Shape;695;p30"/>
          <p:cNvGrpSpPr/>
          <p:nvPr/>
        </p:nvGrpSpPr>
        <p:grpSpPr>
          <a:xfrm>
            <a:off x="-460988" y="5"/>
            <a:ext cx="8180159" cy="5143491"/>
            <a:chOff x="-460988" y="5"/>
            <a:chExt cx="8180159" cy="5143491"/>
          </a:xfrm>
        </p:grpSpPr>
        <p:sp>
          <p:nvSpPr>
            <p:cNvPr id="696" name="Google Shape;696;p30"/>
            <p:cNvSpPr/>
            <p:nvPr/>
          </p:nvSpPr>
          <p:spPr>
            <a:xfrm>
              <a:off x="6712387"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7" name="Google Shape;697;p30"/>
            <p:cNvGrpSpPr/>
            <p:nvPr/>
          </p:nvGrpSpPr>
          <p:grpSpPr>
            <a:xfrm>
              <a:off x="-460988" y="447730"/>
              <a:ext cx="7721994" cy="4695766"/>
              <a:chOff x="-460988" y="447730"/>
              <a:chExt cx="7721994" cy="4695766"/>
            </a:xfrm>
          </p:grpSpPr>
          <p:sp>
            <p:nvSpPr>
              <p:cNvPr id="698" name="Google Shape;698;p30"/>
              <p:cNvSpPr/>
              <p:nvPr/>
            </p:nvSpPr>
            <p:spPr>
              <a:xfrm flipH="1">
                <a:off x="-460988" y="447730"/>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9" name="Google Shape;699;p30"/>
              <p:cNvGrpSpPr/>
              <p:nvPr/>
            </p:nvGrpSpPr>
            <p:grpSpPr>
              <a:xfrm>
                <a:off x="117004" y="4911501"/>
                <a:ext cx="7144003" cy="231995"/>
                <a:chOff x="117004" y="4911501"/>
                <a:chExt cx="7144003" cy="231995"/>
              </a:xfrm>
            </p:grpSpPr>
            <p:sp>
              <p:nvSpPr>
                <p:cNvPr id="700" name="Google Shape;700;p30"/>
                <p:cNvSpPr/>
                <p:nvPr/>
              </p:nvSpPr>
              <p:spPr>
                <a:xfrm>
                  <a:off x="117004" y="4911501"/>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0"/>
                <p:cNvSpPr/>
                <p:nvPr/>
              </p:nvSpPr>
              <p:spPr>
                <a:xfrm flipH="1">
                  <a:off x="6028666" y="4911501"/>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02" name="Google Shape;702;p30"/>
          <p:cNvGrpSpPr/>
          <p:nvPr/>
        </p:nvGrpSpPr>
        <p:grpSpPr>
          <a:xfrm>
            <a:off x="-1206808" y="-1311142"/>
            <a:ext cx="12598531" cy="8806268"/>
            <a:chOff x="-1206808" y="-1311142"/>
            <a:chExt cx="12598531" cy="8806268"/>
          </a:xfrm>
        </p:grpSpPr>
        <p:sp>
          <p:nvSpPr>
            <p:cNvPr id="703" name="Google Shape;703;p30"/>
            <p:cNvSpPr/>
            <p:nvPr/>
          </p:nvSpPr>
          <p:spPr>
            <a:xfrm rot="10800000" flipH="1">
              <a:off x="-563672" y="-1311142"/>
              <a:ext cx="2979895" cy="175781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0"/>
            <p:cNvSpPr/>
            <p:nvPr/>
          </p:nvSpPr>
          <p:spPr>
            <a:xfrm flipH="1">
              <a:off x="6490621" y="4604004"/>
              <a:ext cx="4901102" cy="2891122"/>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0"/>
            <p:cNvSpPr/>
            <p:nvPr/>
          </p:nvSpPr>
          <p:spPr>
            <a:xfrm rot="10800000" flipH="1">
              <a:off x="6338717" y="-9979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0"/>
            <p:cNvSpPr/>
            <p:nvPr/>
          </p:nvSpPr>
          <p:spPr>
            <a:xfrm flipH="1">
              <a:off x="-1206808" y="43862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7" name="Google Shape;707;p30"/>
          <p:cNvSpPr txBox="1">
            <a:spLocks noGrp="1"/>
          </p:cNvSpPr>
          <p:nvPr>
            <p:ph type="title"/>
          </p:nvPr>
        </p:nvSpPr>
        <p:spPr>
          <a:xfrm>
            <a:off x="2347938" y="677525"/>
            <a:ext cx="44481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5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08" name="Google Shape;708;p30"/>
          <p:cNvSpPr txBox="1">
            <a:spLocks noGrp="1"/>
          </p:cNvSpPr>
          <p:nvPr>
            <p:ph type="subTitle" idx="1"/>
          </p:nvPr>
        </p:nvSpPr>
        <p:spPr>
          <a:xfrm>
            <a:off x="2347900" y="1571825"/>
            <a:ext cx="4448100" cy="1058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09" name="Google Shape;709;p30"/>
          <p:cNvSpPr txBox="1"/>
          <p:nvPr/>
        </p:nvSpPr>
        <p:spPr>
          <a:xfrm>
            <a:off x="2099100" y="3611950"/>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000" b="1">
                <a:solidFill>
                  <a:schemeClr val="dk1"/>
                </a:solidFill>
                <a:latin typeface="Barlow"/>
                <a:ea typeface="Barlow"/>
                <a:cs typeface="Barlow"/>
                <a:sym typeface="Barlow"/>
              </a:rPr>
              <a:t>CREDITS:</a:t>
            </a:r>
            <a:r>
              <a:rPr lang="en" sz="1000">
                <a:solidFill>
                  <a:schemeClr val="dk1"/>
                </a:solidFill>
                <a:latin typeface="Barlow"/>
                <a:ea typeface="Barlow"/>
                <a:cs typeface="Barlow"/>
                <a:sym typeface="Barlow"/>
              </a:rPr>
              <a:t> This presentation template was created by </a:t>
            </a:r>
            <a:r>
              <a:rPr lang="en" sz="1000" b="1" u="sng">
                <a:solidFill>
                  <a:schemeClr val="dk1"/>
                </a:solidFill>
                <a:latin typeface="Barlow"/>
                <a:ea typeface="Barlow"/>
                <a:cs typeface="Barlow"/>
                <a:sym typeface="Barlow"/>
                <a:hlinkClick r:id="rId2">
                  <a:extLst>
                    <a:ext uri="{A12FA001-AC4F-418D-AE19-62706E023703}">
                      <ahyp:hlinkClr xmlns:ahyp="http://schemas.microsoft.com/office/drawing/2018/hyperlinkcolor" val="tx"/>
                    </a:ext>
                  </a:extLst>
                </a:hlinkClick>
              </a:rPr>
              <a:t>Slidesgo</a:t>
            </a:r>
            <a:r>
              <a:rPr lang="en" sz="1000">
                <a:solidFill>
                  <a:schemeClr val="dk1"/>
                </a:solidFill>
                <a:latin typeface="Barlow"/>
                <a:ea typeface="Barlow"/>
                <a:cs typeface="Barlow"/>
                <a:sym typeface="Barlow"/>
              </a:rPr>
              <a:t>, and includes icons by </a:t>
            </a:r>
            <a:r>
              <a:rPr lang="en" sz="1000" b="1" u="sng">
                <a:solidFill>
                  <a:schemeClr val="dk1"/>
                </a:solidFill>
                <a:latin typeface="Barlow"/>
                <a:ea typeface="Barlow"/>
                <a:cs typeface="Barlow"/>
                <a:sym typeface="Barlow"/>
                <a:hlinkClick r:id="rId3">
                  <a:extLst>
                    <a:ext uri="{A12FA001-AC4F-418D-AE19-62706E023703}">
                      <ahyp:hlinkClr xmlns:ahyp="http://schemas.microsoft.com/office/drawing/2018/hyperlinkcolor" val="tx"/>
                    </a:ext>
                  </a:extLst>
                </a:hlinkClick>
              </a:rPr>
              <a:t>Flaticon</a:t>
            </a:r>
            <a:r>
              <a:rPr lang="en" sz="1000">
                <a:solidFill>
                  <a:schemeClr val="dk1"/>
                </a:solidFill>
                <a:latin typeface="Barlow"/>
                <a:ea typeface="Barlow"/>
                <a:cs typeface="Barlow"/>
                <a:sym typeface="Barlow"/>
              </a:rPr>
              <a:t>, and infographics &amp; images by </a:t>
            </a:r>
            <a:r>
              <a:rPr lang="en" sz="1000" b="1" u="sng">
                <a:solidFill>
                  <a:schemeClr val="dk1"/>
                </a:solidFill>
                <a:latin typeface="Barlow"/>
                <a:ea typeface="Barlow"/>
                <a:cs typeface="Barlow"/>
                <a:sym typeface="Barlow"/>
                <a:hlinkClick r:id="rId4">
                  <a:extLst>
                    <a:ext uri="{A12FA001-AC4F-418D-AE19-62706E023703}">
                      <ahyp:hlinkClr xmlns:ahyp="http://schemas.microsoft.com/office/drawing/2018/hyperlinkcolor" val="tx"/>
                    </a:ext>
                  </a:extLst>
                </a:hlinkClick>
              </a:rPr>
              <a:t>Freepik</a:t>
            </a:r>
            <a:r>
              <a:rPr lang="en" sz="1000" u="sng">
                <a:solidFill>
                  <a:schemeClr val="dk1"/>
                </a:solidFill>
                <a:latin typeface="Barlow"/>
                <a:ea typeface="Barlow"/>
                <a:cs typeface="Barlow"/>
                <a:sym typeface="Barlow"/>
              </a:rPr>
              <a:t> </a:t>
            </a:r>
            <a:endParaRPr sz="1000" b="1" u="sng">
              <a:solidFill>
                <a:schemeClr val="dk1"/>
              </a:solidFill>
              <a:latin typeface="Barlow"/>
              <a:ea typeface="Barlow"/>
              <a:cs typeface="Barlow"/>
              <a:sym typeface="Barlow"/>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10"/>
        <p:cNvGrpSpPr/>
        <p:nvPr/>
      </p:nvGrpSpPr>
      <p:grpSpPr>
        <a:xfrm>
          <a:off x="0" y="0"/>
          <a:ext cx="0" cy="0"/>
          <a:chOff x="0" y="0"/>
          <a:chExt cx="0" cy="0"/>
        </a:xfrm>
      </p:grpSpPr>
      <p:grpSp>
        <p:nvGrpSpPr>
          <p:cNvPr id="711" name="Google Shape;711;p31"/>
          <p:cNvGrpSpPr/>
          <p:nvPr/>
        </p:nvGrpSpPr>
        <p:grpSpPr>
          <a:xfrm rot="10800000">
            <a:off x="-1889528" y="158865"/>
            <a:ext cx="3010303" cy="380635"/>
            <a:chOff x="5446772" y="1743190"/>
            <a:chExt cx="3010303" cy="380635"/>
          </a:xfrm>
        </p:grpSpPr>
        <p:grpSp>
          <p:nvGrpSpPr>
            <p:cNvPr id="712" name="Google Shape;712;p31"/>
            <p:cNvGrpSpPr/>
            <p:nvPr/>
          </p:nvGrpSpPr>
          <p:grpSpPr>
            <a:xfrm flipH="1">
              <a:off x="5898325" y="1865405"/>
              <a:ext cx="1567047" cy="45661"/>
              <a:chOff x="1754675" y="2661275"/>
              <a:chExt cx="1945675" cy="56700"/>
            </a:xfrm>
          </p:grpSpPr>
          <p:cxnSp>
            <p:nvCxnSpPr>
              <p:cNvPr id="713" name="Google Shape;713;p3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14" name="Google Shape;714;p3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31"/>
            <p:cNvGrpSpPr/>
            <p:nvPr/>
          </p:nvGrpSpPr>
          <p:grpSpPr>
            <a:xfrm flipH="1">
              <a:off x="5477439" y="1987637"/>
              <a:ext cx="1561280" cy="136187"/>
              <a:chOff x="1754675" y="2824000"/>
              <a:chExt cx="4728285" cy="412439"/>
            </a:xfrm>
          </p:grpSpPr>
          <p:sp>
            <p:nvSpPr>
              <p:cNvPr id="716" name="Google Shape;716;p3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17" name="Google Shape;717;p3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1"/>
            <p:cNvGrpSpPr/>
            <p:nvPr/>
          </p:nvGrpSpPr>
          <p:grpSpPr>
            <a:xfrm flipH="1">
              <a:off x="5446772" y="1743190"/>
              <a:ext cx="3010303" cy="45661"/>
              <a:chOff x="1766900" y="2869225"/>
              <a:chExt cx="3737650" cy="56700"/>
            </a:xfrm>
          </p:grpSpPr>
          <p:cxnSp>
            <p:nvCxnSpPr>
              <p:cNvPr id="719" name="Google Shape;719;p3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20" name="Google Shape;720;p3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1" name="Google Shape;721;p31"/>
          <p:cNvGrpSpPr/>
          <p:nvPr/>
        </p:nvGrpSpPr>
        <p:grpSpPr>
          <a:xfrm flipH="1">
            <a:off x="1347409" y="-265593"/>
            <a:ext cx="9294978" cy="6913322"/>
            <a:chOff x="-201828" y="-265593"/>
            <a:chExt cx="9294978" cy="6913322"/>
          </a:xfrm>
        </p:grpSpPr>
        <p:sp>
          <p:nvSpPr>
            <p:cNvPr id="722" name="Google Shape;722;p31"/>
            <p:cNvSpPr/>
            <p:nvPr/>
          </p:nvSpPr>
          <p:spPr>
            <a:xfrm>
              <a:off x="-201828" y="473633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rot="10800000" flipH="1">
              <a:off x="1175807" y="-265593"/>
              <a:ext cx="1539180" cy="805095"/>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4" name="Google Shape;724;p31"/>
          <p:cNvSpPr/>
          <p:nvPr/>
        </p:nvSpPr>
        <p:spPr>
          <a:xfrm rot="10800000">
            <a:off x="794659" y="4876484"/>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flipH="1">
            <a:off x="-561113" y="42300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26"/>
        <p:cNvGrpSpPr/>
        <p:nvPr/>
      </p:nvGrpSpPr>
      <p:grpSpPr>
        <a:xfrm>
          <a:off x="0" y="0"/>
          <a:ext cx="0" cy="0"/>
          <a:chOff x="0" y="0"/>
          <a:chExt cx="0" cy="0"/>
        </a:xfrm>
      </p:grpSpPr>
      <p:grpSp>
        <p:nvGrpSpPr>
          <p:cNvPr id="727" name="Google Shape;727;p32"/>
          <p:cNvGrpSpPr/>
          <p:nvPr/>
        </p:nvGrpSpPr>
        <p:grpSpPr>
          <a:xfrm flipH="1">
            <a:off x="-2028096" y="-1770656"/>
            <a:ext cx="4007050" cy="2363739"/>
            <a:chOff x="6549401" y="-1824231"/>
            <a:chExt cx="4007050" cy="2363739"/>
          </a:xfrm>
        </p:grpSpPr>
        <p:sp>
          <p:nvSpPr>
            <p:cNvPr id="728" name="Google Shape;728;p32"/>
            <p:cNvSpPr/>
            <p:nvPr/>
          </p:nvSpPr>
          <p:spPr>
            <a:xfrm>
              <a:off x="7695191" y="307513"/>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2"/>
            <p:cNvSpPr/>
            <p:nvPr/>
          </p:nvSpPr>
          <p:spPr>
            <a:xfrm rot="10800000">
              <a:off x="6549401" y="-1824231"/>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2"/>
          <p:cNvGrpSpPr/>
          <p:nvPr/>
        </p:nvGrpSpPr>
        <p:grpSpPr>
          <a:xfrm flipH="1">
            <a:off x="7391104" y="241540"/>
            <a:ext cx="3296400" cy="703085"/>
            <a:chOff x="-12" y="3628590"/>
            <a:chExt cx="3296400" cy="703085"/>
          </a:xfrm>
        </p:grpSpPr>
        <p:grpSp>
          <p:nvGrpSpPr>
            <p:cNvPr id="731" name="Google Shape;731;p32"/>
            <p:cNvGrpSpPr/>
            <p:nvPr/>
          </p:nvGrpSpPr>
          <p:grpSpPr>
            <a:xfrm>
              <a:off x="854867" y="3996692"/>
              <a:ext cx="1567047" cy="45661"/>
              <a:chOff x="1754675" y="2661275"/>
              <a:chExt cx="1945675" cy="56700"/>
            </a:xfrm>
          </p:grpSpPr>
          <p:cxnSp>
            <p:nvCxnSpPr>
              <p:cNvPr id="732" name="Google Shape;732;p32"/>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33" name="Google Shape;733;p32"/>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32"/>
            <p:cNvGrpSpPr/>
            <p:nvPr/>
          </p:nvGrpSpPr>
          <p:grpSpPr>
            <a:xfrm>
              <a:off x="518420" y="4195487"/>
              <a:ext cx="1561280" cy="136187"/>
              <a:chOff x="1754675" y="2824000"/>
              <a:chExt cx="4728285" cy="412439"/>
            </a:xfrm>
          </p:grpSpPr>
          <p:sp>
            <p:nvSpPr>
              <p:cNvPr id="735" name="Google Shape;735;p32"/>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36" name="Google Shape;736;p32"/>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32"/>
            <p:cNvGrpSpPr/>
            <p:nvPr/>
          </p:nvGrpSpPr>
          <p:grpSpPr>
            <a:xfrm>
              <a:off x="226304" y="3764887"/>
              <a:ext cx="3070084" cy="102364"/>
              <a:chOff x="1779150" y="2604263"/>
              <a:chExt cx="3811875" cy="127113"/>
            </a:xfrm>
          </p:grpSpPr>
          <p:sp>
            <p:nvSpPr>
              <p:cNvPr id="738" name="Google Shape;738;p32"/>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39" name="Google Shape;739;p32"/>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2"/>
            <p:cNvGrpSpPr/>
            <p:nvPr/>
          </p:nvGrpSpPr>
          <p:grpSpPr>
            <a:xfrm>
              <a:off x="-12" y="3628590"/>
              <a:ext cx="3010303" cy="45661"/>
              <a:chOff x="1766900" y="2869225"/>
              <a:chExt cx="3737650" cy="56700"/>
            </a:xfrm>
          </p:grpSpPr>
          <p:cxnSp>
            <p:nvCxnSpPr>
              <p:cNvPr id="741" name="Google Shape;741;p32"/>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42" name="Google Shape;742;p32"/>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3" name="Google Shape;743;p32"/>
          <p:cNvGrpSpPr/>
          <p:nvPr/>
        </p:nvGrpSpPr>
        <p:grpSpPr>
          <a:xfrm flipH="1">
            <a:off x="-1341650" y="-685669"/>
            <a:ext cx="10751988" cy="7671703"/>
            <a:chOff x="-881984" y="-739244"/>
            <a:chExt cx="10751988" cy="7671703"/>
          </a:xfrm>
        </p:grpSpPr>
        <p:sp>
          <p:nvSpPr>
            <p:cNvPr id="744" name="Google Shape;744;p32"/>
            <p:cNvSpPr/>
            <p:nvPr/>
          </p:nvSpPr>
          <p:spPr>
            <a:xfrm flipH="1">
              <a:off x="5675437" y="4457952"/>
              <a:ext cx="4194567" cy="247450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2"/>
            <p:cNvSpPr/>
            <p:nvPr/>
          </p:nvSpPr>
          <p:spPr>
            <a:xfrm rot="10800000" flipH="1">
              <a:off x="-881984" y="-739244"/>
              <a:ext cx="1959133" cy="1024867"/>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6" name="Google Shape;746;p32"/>
          <p:cNvSpPr/>
          <p:nvPr/>
        </p:nvSpPr>
        <p:spPr>
          <a:xfrm flipH="1">
            <a:off x="-417877" y="511088"/>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2"/>
          <p:cNvSpPr/>
          <p:nvPr/>
        </p:nvSpPr>
        <p:spPr>
          <a:xfrm rot="10800000" flipH="1">
            <a:off x="-621671" y="-1770656"/>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Poppins Black"/>
              <a:buNone/>
              <a:defRPr sz="26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marL="914400" lvl="1"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marL="1371600" lvl="2"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marL="1828800" lvl="3"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marL="2286000" lvl="4"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marL="2743200" lvl="5"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marL="3200400" lvl="6"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marL="3657600" lvl="7"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marL="4114800" lvl="8"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8" r:id="rId6"/>
    <p:sldLayoutId id="2147483659" r:id="rId7"/>
    <p:sldLayoutId id="2147483676" r:id="rId8"/>
    <p:sldLayoutId id="2147483677" r:id="rId9"/>
    <p:sldLayoutId id="214748367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36"/>
          <p:cNvSpPr txBox="1">
            <a:spLocks noGrp="1"/>
          </p:cNvSpPr>
          <p:nvPr>
            <p:ph type="subTitle" idx="1"/>
          </p:nvPr>
        </p:nvSpPr>
        <p:spPr>
          <a:xfrm>
            <a:off x="1373838" y="3058424"/>
            <a:ext cx="6375912" cy="106939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Ronald Alhazov</a:t>
            </a:r>
          </a:p>
          <a:p>
            <a:pPr marL="0" lvl="0" indent="0" algn="ctr" rtl="0">
              <a:spcBef>
                <a:spcPts val="0"/>
              </a:spcBef>
              <a:spcAft>
                <a:spcPts val="0"/>
              </a:spcAft>
              <a:buNone/>
            </a:pPr>
            <a:r>
              <a:rPr lang="en" dirty="0"/>
              <a:t>Ohad Goldberg</a:t>
            </a:r>
          </a:p>
          <a:p>
            <a:pPr marL="0" lvl="0" indent="0" algn="ctr" rtl="0">
              <a:spcBef>
                <a:spcPts val="0"/>
              </a:spcBef>
              <a:spcAft>
                <a:spcPts val="0"/>
              </a:spcAft>
              <a:buNone/>
            </a:pPr>
            <a:endParaRPr lang="en-US" dirty="0"/>
          </a:p>
          <a:p>
            <a:pPr marL="0" lvl="0" indent="0" algn="ctr" rtl="0">
              <a:spcBef>
                <a:spcPts val="0"/>
              </a:spcBef>
              <a:spcAft>
                <a:spcPts val="0"/>
              </a:spcAft>
              <a:buNone/>
            </a:pPr>
            <a:r>
              <a:rPr lang="en-US" dirty="0"/>
              <a:t>Guidance by </a:t>
            </a:r>
            <a:r>
              <a:rPr lang="en-US" dirty="0" err="1"/>
              <a:t>Dr.Moshe</a:t>
            </a:r>
            <a:r>
              <a:rPr lang="en-US" dirty="0"/>
              <a:t> </a:t>
            </a:r>
            <a:r>
              <a:rPr lang="en-US" dirty="0" err="1"/>
              <a:t>sulamy</a:t>
            </a:r>
            <a:endParaRPr dirty="0"/>
          </a:p>
        </p:txBody>
      </p:sp>
      <p:sp>
        <p:nvSpPr>
          <p:cNvPr id="759" name="Google Shape;759;p36"/>
          <p:cNvSpPr txBox="1">
            <a:spLocks noGrp="1"/>
          </p:cNvSpPr>
          <p:nvPr>
            <p:ph type="ctrTitle"/>
          </p:nvPr>
        </p:nvSpPr>
        <p:spPr>
          <a:xfrm>
            <a:off x="1394250" y="1432275"/>
            <a:ext cx="6355500" cy="161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Medical Simulator</a:t>
            </a:r>
            <a:br>
              <a:rPr lang="en-US" dirty="0"/>
            </a:br>
            <a:r>
              <a:rPr lang="en-US" sz="2800" dirty="0"/>
              <a:t>Final Project</a:t>
            </a:r>
            <a:endParaRPr dirty="0"/>
          </a:p>
        </p:txBody>
      </p:sp>
      <p:grpSp>
        <p:nvGrpSpPr>
          <p:cNvPr id="760" name="Google Shape;760;p36"/>
          <p:cNvGrpSpPr/>
          <p:nvPr/>
        </p:nvGrpSpPr>
        <p:grpSpPr>
          <a:xfrm rot="10800000">
            <a:off x="6662200" y="3637323"/>
            <a:ext cx="3537150" cy="626797"/>
            <a:chOff x="1199232" y="2120038"/>
            <a:chExt cx="4391793" cy="778340"/>
          </a:xfrm>
        </p:grpSpPr>
        <p:grpSp>
          <p:nvGrpSpPr>
            <p:cNvPr id="761" name="Google Shape;761;p36"/>
            <p:cNvGrpSpPr/>
            <p:nvPr/>
          </p:nvGrpSpPr>
          <p:grpSpPr>
            <a:xfrm>
              <a:off x="2227732" y="2577138"/>
              <a:ext cx="1945675" cy="56700"/>
              <a:chOff x="2227732" y="2661275"/>
              <a:chExt cx="1945675" cy="56700"/>
            </a:xfrm>
          </p:grpSpPr>
          <p:cxnSp>
            <p:nvCxnSpPr>
              <p:cNvPr id="762" name="Google Shape;762;p36"/>
              <p:cNvCxnSpPr/>
              <p:nvPr/>
            </p:nvCxnSpPr>
            <p:spPr>
              <a:xfrm>
                <a:off x="2227732"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63" name="Google Shape;763;p36"/>
              <p:cNvSpPr/>
              <p:nvPr/>
            </p:nvSpPr>
            <p:spPr>
              <a:xfrm>
                <a:off x="4116707"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36"/>
            <p:cNvGrpSpPr/>
            <p:nvPr/>
          </p:nvGrpSpPr>
          <p:grpSpPr>
            <a:xfrm>
              <a:off x="1943838" y="2729277"/>
              <a:ext cx="1938597" cy="169100"/>
              <a:chOff x="2216194" y="2593212"/>
              <a:chExt cx="4728285" cy="412439"/>
            </a:xfrm>
          </p:grpSpPr>
          <p:sp>
            <p:nvSpPr>
              <p:cNvPr id="765" name="Google Shape;765;p36"/>
              <p:cNvSpPr/>
              <p:nvPr/>
            </p:nvSpPr>
            <p:spPr>
              <a:xfrm>
                <a:off x="2216194" y="2593212"/>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66" name="Google Shape;766;p36"/>
              <p:cNvSpPr/>
              <p:nvPr/>
            </p:nvSpPr>
            <p:spPr>
              <a:xfrm>
                <a:off x="6810079" y="2871251"/>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36"/>
            <p:cNvGrpSpPr/>
            <p:nvPr/>
          </p:nvGrpSpPr>
          <p:grpSpPr>
            <a:xfrm>
              <a:off x="1779150" y="2289288"/>
              <a:ext cx="3811875" cy="127113"/>
              <a:chOff x="1779150" y="2604263"/>
              <a:chExt cx="3811875" cy="127113"/>
            </a:xfrm>
          </p:grpSpPr>
          <p:sp>
            <p:nvSpPr>
              <p:cNvPr id="768" name="Google Shape;768;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69" name="Google Shape;769;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36"/>
            <p:cNvGrpSpPr/>
            <p:nvPr/>
          </p:nvGrpSpPr>
          <p:grpSpPr>
            <a:xfrm>
              <a:off x="1199232" y="2120038"/>
              <a:ext cx="3737650" cy="56700"/>
              <a:chOff x="1199232" y="2869225"/>
              <a:chExt cx="3737650" cy="56700"/>
            </a:xfrm>
          </p:grpSpPr>
          <p:cxnSp>
            <p:nvCxnSpPr>
              <p:cNvPr id="771" name="Google Shape;771;p36"/>
              <p:cNvCxnSpPr/>
              <p:nvPr/>
            </p:nvCxnSpPr>
            <p:spPr>
              <a:xfrm>
                <a:off x="1199232"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72" name="Google Shape;772;p36"/>
              <p:cNvSpPr/>
              <p:nvPr/>
            </p:nvSpPr>
            <p:spPr>
              <a:xfrm>
                <a:off x="4880182"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 name="Google Shape;773;p36"/>
          <p:cNvGrpSpPr/>
          <p:nvPr/>
        </p:nvGrpSpPr>
        <p:grpSpPr>
          <a:xfrm>
            <a:off x="-1696246" y="967904"/>
            <a:ext cx="3599787" cy="1044096"/>
            <a:chOff x="-1431671" y="656504"/>
            <a:chExt cx="3599787" cy="1044096"/>
          </a:xfrm>
        </p:grpSpPr>
        <p:grpSp>
          <p:nvGrpSpPr>
            <p:cNvPr id="774" name="Google Shape;774;p36"/>
            <p:cNvGrpSpPr/>
            <p:nvPr/>
          </p:nvGrpSpPr>
          <p:grpSpPr>
            <a:xfrm>
              <a:off x="-368508" y="1432892"/>
              <a:ext cx="1567047" cy="45661"/>
              <a:chOff x="1754675" y="2661275"/>
              <a:chExt cx="1945675" cy="56700"/>
            </a:xfrm>
          </p:grpSpPr>
          <p:cxnSp>
            <p:nvCxnSpPr>
              <p:cNvPr id="775" name="Google Shape;775;p36"/>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76" name="Google Shape;776;p36"/>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36"/>
            <p:cNvGrpSpPr/>
            <p:nvPr/>
          </p:nvGrpSpPr>
          <p:grpSpPr>
            <a:xfrm>
              <a:off x="-766480" y="1564412"/>
              <a:ext cx="1561280" cy="136187"/>
              <a:chOff x="1754675" y="2824000"/>
              <a:chExt cx="4728285" cy="412439"/>
            </a:xfrm>
          </p:grpSpPr>
          <p:sp>
            <p:nvSpPr>
              <p:cNvPr id="778" name="Google Shape;778;p36"/>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79" name="Google Shape;779;p36"/>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 name="Google Shape;780;p36"/>
            <p:cNvGrpSpPr/>
            <p:nvPr/>
          </p:nvGrpSpPr>
          <p:grpSpPr>
            <a:xfrm>
              <a:off x="-1431671" y="1201087"/>
              <a:ext cx="3070084" cy="102364"/>
              <a:chOff x="1779150" y="2604263"/>
              <a:chExt cx="3811875" cy="127113"/>
            </a:xfrm>
          </p:grpSpPr>
          <p:sp>
            <p:nvSpPr>
              <p:cNvPr id="781" name="Google Shape;781;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82" name="Google Shape;782;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36"/>
            <p:cNvGrpSpPr/>
            <p:nvPr/>
          </p:nvGrpSpPr>
          <p:grpSpPr>
            <a:xfrm>
              <a:off x="-856941" y="773805"/>
              <a:ext cx="2877996" cy="223763"/>
              <a:chOff x="1748550" y="2064750"/>
              <a:chExt cx="3573375" cy="277863"/>
            </a:xfrm>
          </p:grpSpPr>
          <p:sp>
            <p:nvSpPr>
              <p:cNvPr id="784" name="Google Shape;784;p36"/>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85" name="Google Shape;785;p36"/>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36"/>
            <p:cNvGrpSpPr/>
            <p:nvPr/>
          </p:nvGrpSpPr>
          <p:grpSpPr>
            <a:xfrm>
              <a:off x="-856958" y="656504"/>
              <a:ext cx="2430741" cy="185537"/>
              <a:chOff x="1748547" y="1392116"/>
              <a:chExt cx="5911958" cy="451312"/>
            </a:xfrm>
          </p:grpSpPr>
          <p:sp>
            <p:nvSpPr>
              <p:cNvPr id="787" name="Google Shape;787;p36"/>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788" name="Google Shape;788;p36"/>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36"/>
            <p:cNvGrpSpPr/>
            <p:nvPr/>
          </p:nvGrpSpPr>
          <p:grpSpPr>
            <a:xfrm>
              <a:off x="-842187" y="1064790"/>
              <a:ext cx="3010303" cy="45661"/>
              <a:chOff x="1766900" y="2869225"/>
              <a:chExt cx="3737650" cy="56700"/>
            </a:xfrm>
          </p:grpSpPr>
          <p:cxnSp>
            <p:nvCxnSpPr>
              <p:cNvPr id="790" name="Google Shape;790;p36"/>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91" name="Google Shape;791;p36"/>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9" name="Google Shape;360;p35">
            <a:extLst>
              <a:ext uri="{FF2B5EF4-FFF2-40B4-BE49-F238E27FC236}">
                <a16:creationId xmlns:a16="http://schemas.microsoft.com/office/drawing/2014/main" id="{797907C0-8D9E-7910-9907-419019AC26F6}"/>
              </a:ext>
            </a:extLst>
          </p:cNvPr>
          <p:cNvSpPr txBox="1">
            <a:spLocks/>
          </p:cNvSpPr>
          <p:nvPr/>
        </p:nvSpPr>
        <p:spPr>
          <a:xfrm>
            <a:off x="720000" y="1738125"/>
            <a:ext cx="2728800" cy="5085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unito Light"/>
              <a:buChar char="●"/>
              <a:defRPr sz="1200" b="0" i="0" u="none" strike="noStrike" cap="none">
                <a:solidFill>
                  <a:schemeClr val="hlink"/>
                </a:solidFill>
                <a:latin typeface="Barlow"/>
                <a:ea typeface="Barlow"/>
                <a:cs typeface="Barlow"/>
                <a:sym typeface="Barlow"/>
              </a:defRPr>
            </a:lvl1pPr>
            <a:lvl2pPr marL="914400" marR="0" lvl="1"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2pPr>
            <a:lvl3pPr marL="1371600" marR="0" lvl="2"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3pPr>
            <a:lvl4pPr marL="1828800" marR="0" lvl="3"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4pPr>
            <a:lvl5pPr marL="2286000" marR="0" lvl="4"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5pPr>
            <a:lvl6pPr marL="2743200" marR="0" lvl="5"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6pPr>
            <a:lvl7pPr marL="3200400" marR="0" lvl="6"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7pPr>
            <a:lvl8pPr marL="3657600" marR="0" lvl="7"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8pPr>
            <a:lvl9pPr marL="4114800" marR="0" lvl="8"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9pPr>
          </a:lstStyle>
          <a:p>
            <a:pPr marL="0" indent="0" rtl="1">
              <a:buNone/>
            </a:pPr>
            <a:r>
              <a:rPr lang="en-US" sz="2000" dirty="0"/>
              <a:t>Research Motivation</a:t>
            </a:r>
            <a:endParaRPr lang="he-IL" sz="2000" dirty="0">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15" name="Google Shape;366;p35">
            <a:extLst>
              <a:ext uri="{FF2B5EF4-FFF2-40B4-BE49-F238E27FC236}">
                <a16:creationId xmlns:a16="http://schemas.microsoft.com/office/drawing/2014/main" id="{037DD28A-5930-5632-DFC9-CF081A819255}"/>
              </a:ext>
            </a:extLst>
          </p:cNvPr>
          <p:cNvSpPr txBox="1">
            <a:spLocks/>
          </p:cNvSpPr>
          <p:nvPr/>
        </p:nvSpPr>
        <p:spPr>
          <a:xfrm>
            <a:off x="3460752" y="1784619"/>
            <a:ext cx="632700" cy="4224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1"/>
            <a:r>
              <a:rPr lang="he-IL" sz="4000" b="1" dirty="0">
                <a:solidFill>
                  <a:schemeClr val="accent1"/>
                </a:solidFill>
                <a:latin typeface="Amatic SC" panose="00000500000000000000" pitchFamily="2" charset="-79"/>
                <a:cs typeface="Amatic SC" panose="00000500000000000000" pitchFamily="2" charset="-79"/>
              </a:rPr>
              <a:t>01</a:t>
            </a:r>
          </a:p>
        </p:txBody>
      </p:sp>
      <p:sp>
        <p:nvSpPr>
          <p:cNvPr id="16" name="Google Shape;367;p35">
            <a:extLst>
              <a:ext uri="{FF2B5EF4-FFF2-40B4-BE49-F238E27FC236}">
                <a16:creationId xmlns:a16="http://schemas.microsoft.com/office/drawing/2014/main" id="{65DA263B-553F-C385-57B6-2EBBF31ED076}"/>
              </a:ext>
            </a:extLst>
          </p:cNvPr>
          <p:cNvSpPr txBox="1">
            <a:spLocks/>
          </p:cNvSpPr>
          <p:nvPr/>
        </p:nvSpPr>
        <p:spPr>
          <a:xfrm>
            <a:off x="3461665" y="3446279"/>
            <a:ext cx="630900" cy="420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1"/>
            <a:r>
              <a:rPr lang="he-IL" sz="4000" b="1" dirty="0">
                <a:solidFill>
                  <a:schemeClr val="accent1"/>
                </a:solidFill>
                <a:latin typeface="Amatic SC" panose="00000500000000000000" pitchFamily="2" charset="-79"/>
                <a:cs typeface="Amatic SC" panose="00000500000000000000" pitchFamily="2" charset="-79"/>
              </a:rPr>
              <a:t>02</a:t>
            </a:r>
          </a:p>
        </p:txBody>
      </p:sp>
      <p:sp>
        <p:nvSpPr>
          <p:cNvPr id="18" name="Google Shape;369;p35">
            <a:extLst>
              <a:ext uri="{FF2B5EF4-FFF2-40B4-BE49-F238E27FC236}">
                <a16:creationId xmlns:a16="http://schemas.microsoft.com/office/drawing/2014/main" id="{8E2F39F8-5F92-2339-F6D8-0EC3BF385273}"/>
              </a:ext>
            </a:extLst>
          </p:cNvPr>
          <p:cNvSpPr txBox="1">
            <a:spLocks/>
          </p:cNvSpPr>
          <p:nvPr/>
        </p:nvSpPr>
        <p:spPr>
          <a:xfrm>
            <a:off x="5044880" y="1785519"/>
            <a:ext cx="630900" cy="420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1"/>
            <a:r>
              <a:rPr lang="he-IL" sz="4000" b="1" dirty="0">
                <a:solidFill>
                  <a:schemeClr val="accent1"/>
                </a:solidFill>
                <a:latin typeface="Amatic SC" panose="00000500000000000000" pitchFamily="2" charset="-79"/>
                <a:cs typeface="Amatic SC" panose="00000500000000000000" pitchFamily="2" charset="-79"/>
              </a:rPr>
              <a:t>03</a:t>
            </a:r>
          </a:p>
        </p:txBody>
      </p:sp>
      <p:sp>
        <p:nvSpPr>
          <p:cNvPr id="21" name="Google Shape;372;p35">
            <a:extLst>
              <a:ext uri="{FF2B5EF4-FFF2-40B4-BE49-F238E27FC236}">
                <a16:creationId xmlns:a16="http://schemas.microsoft.com/office/drawing/2014/main" id="{AB8669D2-FD42-BE33-678A-65884FF05EAF}"/>
              </a:ext>
            </a:extLst>
          </p:cNvPr>
          <p:cNvSpPr txBox="1">
            <a:spLocks/>
          </p:cNvSpPr>
          <p:nvPr/>
        </p:nvSpPr>
        <p:spPr>
          <a:xfrm>
            <a:off x="5044880" y="3446279"/>
            <a:ext cx="630900" cy="4206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rtl="1"/>
            <a:r>
              <a:rPr lang="he-IL" sz="4000" b="1" dirty="0">
                <a:solidFill>
                  <a:schemeClr val="accent1"/>
                </a:solidFill>
                <a:latin typeface="Amatic SC" panose="00000500000000000000" pitchFamily="2" charset="-79"/>
                <a:cs typeface="Amatic SC" panose="00000500000000000000" pitchFamily="2" charset="-79"/>
              </a:rPr>
              <a:t>04</a:t>
            </a:r>
          </a:p>
        </p:txBody>
      </p:sp>
      <p:grpSp>
        <p:nvGrpSpPr>
          <p:cNvPr id="22" name="Google Shape;373;p35">
            <a:extLst>
              <a:ext uri="{FF2B5EF4-FFF2-40B4-BE49-F238E27FC236}">
                <a16:creationId xmlns:a16="http://schemas.microsoft.com/office/drawing/2014/main" id="{FA05935C-959D-6EA2-C426-C093B86EDE35}"/>
              </a:ext>
            </a:extLst>
          </p:cNvPr>
          <p:cNvGrpSpPr/>
          <p:nvPr/>
        </p:nvGrpSpPr>
        <p:grpSpPr>
          <a:xfrm rot="5400000">
            <a:off x="2896874" y="2723088"/>
            <a:ext cx="3417420" cy="487625"/>
            <a:chOff x="5726599" y="4775"/>
            <a:chExt cx="3417420" cy="487625"/>
          </a:xfrm>
          <a:solidFill>
            <a:srgbClr val="1BBBE9"/>
          </a:solidFill>
        </p:grpSpPr>
        <p:sp>
          <p:nvSpPr>
            <p:cNvPr id="23" name="Google Shape;374;p35">
              <a:extLst>
                <a:ext uri="{FF2B5EF4-FFF2-40B4-BE49-F238E27FC236}">
                  <a16:creationId xmlns:a16="http://schemas.microsoft.com/office/drawing/2014/main" id="{701A72A3-9B95-3FDB-A1D1-1165754841D1}"/>
                </a:ext>
              </a:extLst>
            </p:cNvPr>
            <p:cNvSpPr/>
            <p:nvPr/>
          </p:nvSpPr>
          <p:spPr>
            <a:xfrm>
              <a:off x="5726599" y="4775"/>
              <a:ext cx="1930829" cy="486739"/>
            </a:xfrm>
            <a:custGeom>
              <a:avLst/>
              <a:gdLst/>
              <a:ahLst/>
              <a:cxnLst/>
              <a:rect l="l" t="t" r="r" b="b"/>
              <a:pathLst>
                <a:path w="39149" h="9869" extrusionOk="0">
                  <a:moveTo>
                    <a:pt x="225" y="1"/>
                  </a:moveTo>
                  <a:cubicBezTo>
                    <a:pt x="72" y="109"/>
                    <a:pt x="0" y="342"/>
                    <a:pt x="153" y="531"/>
                  </a:cubicBezTo>
                  <a:cubicBezTo>
                    <a:pt x="728" y="1214"/>
                    <a:pt x="1600" y="1457"/>
                    <a:pt x="2328" y="1915"/>
                  </a:cubicBezTo>
                  <a:cubicBezTo>
                    <a:pt x="3406" y="2598"/>
                    <a:pt x="4494" y="3272"/>
                    <a:pt x="5572" y="3973"/>
                  </a:cubicBezTo>
                  <a:cubicBezTo>
                    <a:pt x="6534" y="4593"/>
                    <a:pt x="7415" y="5348"/>
                    <a:pt x="8367" y="5977"/>
                  </a:cubicBezTo>
                  <a:cubicBezTo>
                    <a:pt x="9311" y="6598"/>
                    <a:pt x="10353" y="6966"/>
                    <a:pt x="11459" y="7182"/>
                  </a:cubicBezTo>
                  <a:cubicBezTo>
                    <a:pt x="12564" y="7406"/>
                    <a:pt x="13697" y="7496"/>
                    <a:pt x="14811" y="7712"/>
                  </a:cubicBezTo>
                  <a:cubicBezTo>
                    <a:pt x="15997" y="7937"/>
                    <a:pt x="17166" y="8197"/>
                    <a:pt x="18370" y="8359"/>
                  </a:cubicBezTo>
                  <a:cubicBezTo>
                    <a:pt x="20914" y="8692"/>
                    <a:pt x="23448" y="8674"/>
                    <a:pt x="26000" y="8737"/>
                  </a:cubicBezTo>
                  <a:cubicBezTo>
                    <a:pt x="28364" y="8790"/>
                    <a:pt x="30620" y="9626"/>
                    <a:pt x="32983" y="9644"/>
                  </a:cubicBezTo>
                  <a:cubicBezTo>
                    <a:pt x="35041" y="9662"/>
                    <a:pt x="37091" y="9815"/>
                    <a:pt x="39149" y="9869"/>
                  </a:cubicBezTo>
                  <a:cubicBezTo>
                    <a:pt x="39104" y="9635"/>
                    <a:pt x="39050" y="9402"/>
                    <a:pt x="38996" y="9168"/>
                  </a:cubicBezTo>
                  <a:cubicBezTo>
                    <a:pt x="37612" y="9132"/>
                    <a:pt x="36228" y="9042"/>
                    <a:pt x="34844" y="8997"/>
                  </a:cubicBezTo>
                  <a:cubicBezTo>
                    <a:pt x="33613" y="8952"/>
                    <a:pt x="32381" y="8997"/>
                    <a:pt x="31168" y="8817"/>
                  </a:cubicBezTo>
                  <a:cubicBezTo>
                    <a:pt x="30072" y="8665"/>
                    <a:pt x="28993" y="8404"/>
                    <a:pt x="27897" y="8233"/>
                  </a:cubicBezTo>
                  <a:cubicBezTo>
                    <a:pt x="25605" y="7874"/>
                    <a:pt x="23259" y="8071"/>
                    <a:pt x="20949" y="7919"/>
                  </a:cubicBezTo>
                  <a:cubicBezTo>
                    <a:pt x="18505" y="7757"/>
                    <a:pt x="16168" y="7191"/>
                    <a:pt x="13760" y="6849"/>
                  </a:cubicBezTo>
                  <a:cubicBezTo>
                    <a:pt x="12519" y="6669"/>
                    <a:pt x="11252" y="6535"/>
                    <a:pt x="10066" y="6085"/>
                  </a:cubicBezTo>
                  <a:cubicBezTo>
                    <a:pt x="8835" y="5609"/>
                    <a:pt x="7846" y="4719"/>
                    <a:pt x="6786" y="3955"/>
                  </a:cubicBezTo>
                  <a:cubicBezTo>
                    <a:pt x="5725" y="3191"/>
                    <a:pt x="4584" y="2553"/>
                    <a:pt x="3478" y="1843"/>
                  </a:cubicBezTo>
                  <a:cubicBezTo>
                    <a:pt x="3002" y="1538"/>
                    <a:pt x="2544" y="1214"/>
                    <a:pt x="2031" y="963"/>
                  </a:cubicBezTo>
                  <a:cubicBezTo>
                    <a:pt x="1528" y="711"/>
                    <a:pt x="1016" y="486"/>
                    <a:pt x="647" y="46"/>
                  </a:cubicBezTo>
                  <a:cubicBezTo>
                    <a:pt x="629" y="28"/>
                    <a:pt x="611" y="10"/>
                    <a:pt x="593" y="1"/>
                  </a:cubicBezTo>
                  <a:close/>
                </a:path>
              </a:pathLst>
            </a:custGeom>
            <a:grpFill/>
            <a:ln>
              <a:solidFill>
                <a:srgbClr val="1BBBE9"/>
              </a:solidFill>
            </a:ln>
          </p:spPr>
          <p:txBody>
            <a:bodyPr spcFirstLastPara="1" wrap="square" lIns="91425" tIns="91425" rIns="91425" bIns="91425" anchor="ctr" anchorCtr="0">
              <a:noAutofit/>
            </a:bodyPr>
            <a:lstStyle/>
            <a:p>
              <a:pPr marL="0" lvl="0" indent="0" algn="ctr" rtl="1">
                <a:spcBef>
                  <a:spcPts val="0"/>
                </a:spcBef>
                <a:spcAft>
                  <a:spcPts val="0"/>
                </a:spcAft>
                <a:buNone/>
              </a:pPr>
              <a:endParaRPr>
                <a:highlight>
                  <a:srgbClr val="FFFF00"/>
                </a:highlight>
              </a:endParaRPr>
            </a:p>
          </p:txBody>
        </p:sp>
        <p:sp>
          <p:nvSpPr>
            <p:cNvPr id="24" name="Google Shape;375;p35">
              <a:extLst>
                <a:ext uri="{FF2B5EF4-FFF2-40B4-BE49-F238E27FC236}">
                  <a16:creationId xmlns:a16="http://schemas.microsoft.com/office/drawing/2014/main" id="{1676EDEE-BF05-01C0-5FF7-6E3C8443EE3A}"/>
                </a:ext>
              </a:extLst>
            </p:cNvPr>
            <p:cNvSpPr/>
            <p:nvPr/>
          </p:nvSpPr>
          <p:spPr>
            <a:xfrm>
              <a:off x="7649771" y="91675"/>
              <a:ext cx="1494248" cy="400725"/>
            </a:xfrm>
            <a:custGeom>
              <a:avLst/>
              <a:gdLst/>
              <a:ahLst/>
              <a:cxnLst/>
              <a:rect l="l" t="t" r="r" b="b"/>
              <a:pathLst>
                <a:path w="30297" h="8125" extrusionOk="0">
                  <a:moveTo>
                    <a:pt x="29803" y="0"/>
                  </a:moveTo>
                  <a:cubicBezTo>
                    <a:pt x="29722" y="0"/>
                    <a:pt x="29641" y="27"/>
                    <a:pt x="29569" y="99"/>
                  </a:cubicBezTo>
                  <a:cubicBezTo>
                    <a:pt x="28895" y="827"/>
                    <a:pt x="27951" y="1070"/>
                    <a:pt x="27026" y="1331"/>
                  </a:cubicBezTo>
                  <a:cubicBezTo>
                    <a:pt x="26055" y="1609"/>
                    <a:pt x="25147" y="2041"/>
                    <a:pt x="24186" y="2364"/>
                  </a:cubicBezTo>
                  <a:cubicBezTo>
                    <a:pt x="21912" y="3146"/>
                    <a:pt x="19539" y="3595"/>
                    <a:pt x="17220" y="4242"/>
                  </a:cubicBezTo>
                  <a:cubicBezTo>
                    <a:pt x="14884" y="4898"/>
                    <a:pt x="12484" y="5249"/>
                    <a:pt x="10156" y="5923"/>
                  </a:cubicBezTo>
                  <a:cubicBezTo>
                    <a:pt x="7766" y="6606"/>
                    <a:pt x="5492" y="7280"/>
                    <a:pt x="2994" y="7397"/>
                  </a:cubicBezTo>
                  <a:cubicBezTo>
                    <a:pt x="2481" y="7424"/>
                    <a:pt x="1969" y="7433"/>
                    <a:pt x="1457" y="7433"/>
                  </a:cubicBezTo>
                  <a:cubicBezTo>
                    <a:pt x="971" y="7433"/>
                    <a:pt x="486" y="7424"/>
                    <a:pt x="1" y="7406"/>
                  </a:cubicBezTo>
                  <a:lnTo>
                    <a:pt x="1" y="7406"/>
                  </a:lnTo>
                  <a:cubicBezTo>
                    <a:pt x="55" y="7640"/>
                    <a:pt x="109" y="7873"/>
                    <a:pt x="154" y="8107"/>
                  </a:cubicBezTo>
                  <a:cubicBezTo>
                    <a:pt x="567" y="8116"/>
                    <a:pt x="971" y="8125"/>
                    <a:pt x="1376" y="8125"/>
                  </a:cubicBezTo>
                  <a:lnTo>
                    <a:pt x="1439" y="8125"/>
                  </a:lnTo>
                  <a:cubicBezTo>
                    <a:pt x="3910" y="8125"/>
                    <a:pt x="6265" y="7801"/>
                    <a:pt x="8629" y="7100"/>
                  </a:cubicBezTo>
                  <a:cubicBezTo>
                    <a:pt x="9806" y="6750"/>
                    <a:pt x="10983" y="6363"/>
                    <a:pt x="12197" y="6112"/>
                  </a:cubicBezTo>
                  <a:cubicBezTo>
                    <a:pt x="13446" y="5851"/>
                    <a:pt x="14704" y="5662"/>
                    <a:pt x="15944" y="5330"/>
                  </a:cubicBezTo>
                  <a:cubicBezTo>
                    <a:pt x="18658" y="4611"/>
                    <a:pt x="21444" y="4009"/>
                    <a:pt x="24114" y="3128"/>
                  </a:cubicBezTo>
                  <a:cubicBezTo>
                    <a:pt x="25255" y="2751"/>
                    <a:pt x="26343" y="2256"/>
                    <a:pt x="27502" y="1924"/>
                  </a:cubicBezTo>
                  <a:cubicBezTo>
                    <a:pt x="28437" y="1645"/>
                    <a:pt x="29371" y="1331"/>
                    <a:pt x="30063" y="594"/>
                  </a:cubicBezTo>
                  <a:cubicBezTo>
                    <a:pt x="30297" y="342"/>
                    <a:pt x="30063" y="0"/>
                    <a:pt x="29803" y="0"/>
                  </a:cubicBezTo>
                  <a:close/>
                </a:path>
              </a:pathLst>
            </a:custGeom>
            <a:grpFill/>
            <a:ln>
              <a:solidFill>
                <a:srgbClr val="1BBBE9"/>
              </a:solidFill>
            </a:ln>
          </p:spPr>
          <p:txBody>
            <a:bodyPr spcFirstLastPara="1" wrap="square" lIns="91425" tIns="91425" rIns="91425" bIns="91425" anchor="ctr" anchorCtr="0">
              <a:noAutofit/>
            </a:bodyPr>
            <a:lstStyle/>
            <a:p>
              <a:pPr marL="0" lvl="0" indent="0" algn="ctr" rtl="1">
                <a:spcBef>
                  <a:spcPts val="0"/>
                </a:spcBef>
                <a:spcAft>
                  <a:spcPts val="0"/>
                </a:spcAft>
                <a:buNone/>
              </a:pPr>
              <a:endParaRPr>
                <a:highlight>
                  <a:srgbClr val="FFFF00"/>
                </a:highlight>
              </a:endParaRPr>
            </a:p>
          </p:txBody>
        </p:sp>
      </p:grpSp>
      <p:sp>
        <p:nvSpPr>
          <p:cNvPr id="25" name="Google Shape;360;p35">
            <a:extLst>
              <a:ext uri="{FF2B5EF4-FFF2-40B4-BE49-F238E27FC236}">
                <a16:creationId xmlns:a16="http://schemas.microsoft.com/office/drawing/2014/main" id="{6589039E-173C-17DF-B87C-EA30C6A9D663}"/>
              </a:ext>
            </a:extLst>
          </p:cNvPr>
          <p:cNvSpPr txBox="1">
            <a:spLocks/>
          </p:cNvSpPr>
          <p:nvPr/>
        </p:nvSpPr>
        <p:spPr>
          <a:xfrm>
            <a:off x="720000" y="3399785"/>
            <a:ext cx="2728800" cy="5085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unito Light"/>
              <a:buChar char="●"/>
              <a:defRPr sz="1200" b="0" i="0" u="none" strike="noStrike" cap="none">
                <a:solidFill>
                  <a:schemeClr val="hlink"/>
                </a:solidFill>
                <a:latin typeface="Barlow"/>
                <a:ea typeface="Barlow"/>
                <a:cs typeface="Barlow"/>
                <a:sym typeface="Barlow"/>
              </a:defRPr>
            </a:lvl1pPr>
            <a:lvl2pPr marL="914400" marR="0" lvl="1"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2pPr>
            <a:lvl3pPr marL="1371600" marR="0" lvl="2"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3pPr>
            <a:lvl4pPr marL="1828800" marR="0" lvl="3"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4pPr>
            <a:lvl5pPr marL="2286000" marR="0" lvl="4"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5pPr>
            <a:lvl6pPr marL="2743200" marR="0" lvl="5"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6pPr>
            <a:lvl7pPr marL="3200400" marR="0" lvl="6"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7pPr>
            <a:lvl8pPr marL="3657600" marR="0" lvl="7"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8pPr>
            <a:lvl9pPr marL="4114800" marR="0" lvl="8"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9pPr>
          </a:lstStyle>
          <a:p>
            <a:pPr marL="0" indent="0" rtl="1">
              <a:buNone/>
            </a:pPr>
            <a:r>
              <a:rPr lang="en-US" sz="2000" dirty="0"/>
              <a:t>Methodology</a:t>
            </a:r>
            <a:endParaRPr lang="he-IL" sz="2000" dirty="0">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6" name="Google Shape;360;p35">
            <a:extLst>
              <a:ext uri="{FF2B5EF4-FFF2-40B4-BE49-F238E27FC236}">
                <a16:creationId xmlns:a16="http://schemas.microsoft.com/office/drawing/2014/main" id="{2F75A060-F5C3-1A48-3CBE-1192F993D575}"/>
              </a:ext>
            </a:extLst>
          </p:cNvPr>
          <p:cNvSpPr txBox="1">
            <a:spLocks/>
          </p:cNvSpPr>
          <p:nvPr/>
        </p:nvSpPr>
        <p:spPr>
          <a:xfrm>
            <a:off x="5537390" y="1676215"/>
            <a:ext cx="2728800" cy="7337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unito Light"/>
              <a:buChar char="●"/>
              <a:defRPr sz="1200" b="0" i="0" u="none" strike="noStrike" cap="none">
                <a:solidFill>
                  <a:schemeClr val="hlink"/>
                </a:solidFill>
                <a:latin typeface="Barlow"/>
                <a:ea typeface="Barlow"/>
                <a:cs typeface="Barlow"/>
                <a:sym typeface="Barlow"/>
              </a:defRPr>
            </a:lvl1pPr>
            <a:lvl2pPr marL="914400" marR="0" lvl="1"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2pPr>
            <a:lvl3pPr marL="1371600" marR="0" lvl="2"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3pPr>
            <a:lvl4pPr marL="1828800" marR="0" lvl="3"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4pPr>
            <a:lvl5pPr marL="2286000" marR="0" lvl="4"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5pPr>
            <a:lvl6pPr marL="2743200" marR="0" lvl="5"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6pPr>
            <a:lvl7pPr marL="3200400" marR="0" lvl="6"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7pPr>
            <a:lvl8pPr marL="3657600" marR="0" lvl="7"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8pPr>
            <a:lvl9pPr marL="4114800" marR="0" lvl="8"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9pPr>
          </a:lstStyle>
          <a:p>
            <a:pPr marL="0" indent="0" rtl="1">
              <a:buNone/>
            </a:pPr>
            <a:r>
              <a:rPr lang="en-US" sz="2000" dirty="0"/>
              <a:t>Project Overview:</a:t>
            </a:r>
          </a:p>
          <a:p>
            <a:pPr marL="0" indent="0" rtl="1">
              <a:buNone/>
            </a:pPr>
            <a:r>
              <a:rPr lang="en-US" sz="2000" dirty="0"/>
              <a:t>Scenario &amp; Users</a:t>
            </a:r>
            <a:endParaRPr lang="he-IL" sz="2000" dirty="0">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7" name="Google Shape;360;p35">
            <a:extLst>
              <a:ext uri="{FF2B5EF4-FFF2-40B4-BE49-F238E27FC236}">
                <a16:creationId xmlns:a16="http://schemas.microsoft.com/office/drawing/2014/main" id="{62DA5192-6630-1C0B-9D3D-F3963B69B546}"/>
              </a:ext>
            </a:extLst>
          </p:cNvPr>
          <p:cNvSpPr txBox="1">
            <a:spLocks/>
          </p:cNvSpPr>
          <p:nvPr/>
        </p:nvSpPr>
        <p:spPr>
          <a:xfrm>
            <a:off x="5537390" y="3392109"/>
            <a:ext cx="2728800" cy="5085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Nunito Light"/>
              <a:buChar char="●"/>
              <a:defRPr sz="1200" b="0" i="0" u="none" strike="noStrike" cap="none">
                <a:solidFill>
                  <a:schemeClr val="hlink"/>
                </a:solidFill>
                <a:latin typeface="Barlow"/>
                <a:ea typeface="Barlow"/>
                <a:cs typeface="Barlow"/>
                <a:sym typeface="Barlow"/>
              </a:defRPr>
            </a:lvl1pPr>
            <a:lvl2pPr marL="914400" marR="0" lvl="1"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2pPr>
            <a:lvl3pPr marL="1371600" marR="0" lvl="2"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3pPr>
            <a:lvl4pPr marL="1828800" marR="0" lvl="3"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4pPr>
            <a:lvl5pPr marL="2286000" marR="0" lvl="4"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5pPr>
            <a:lvl6pPr marL="2743200" marR="0" lvl="5"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6pPr>
            <a:lvl7pPr marL="3200400" marR="0" lvl="6"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7pPr>
            <a:lvl8pPr marL="3657600" marR="0" lvl="7"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8pPr>
            <a:lvl9pPr marL="4114800" marR="0" lvl="8" indent="-304800" algn="l" rtl="0">
              <a:lnSpc>
                <a:spcPct val="100000"/>
              </a:lnSpc>
              <a:spcBef>
                <a:spcPts val="0"/>
              </a:spcBef>
              <a:spcAft>
                <a:spcPts val="0"/>
              </a:spcAft>
              <a:buClr>
                <a:schemeClr val="dk1"/>
              </a:buClr>
              <a:buSzPts val="1200"/>
              <a:buFont typeface="Barlow"/>
              <a:buChar char="■"/>
              <a:defRPr sz="1200" b="0" i="0" u="none" strike="noStrike" cap="none">
                <a:solidFill>
                  <a:schemeClr val="dk1"/>
                </a:solidFill>
                <a:latin typeface="Barlow"/>
                <a:ea typeface="Barlow"/>
                <a:cs typeface="Barlow"/>
                <a:sym typeface="Barlow"/>
              </a:defRPr>
            </a:lvl9pPr>
          </a:lstStyle>
          <a:p>
            <a:pPr marL="0" indent="0" rtl="1">
              <a:buNone/>
            </a:pPr>
            <a:r>
              <a:rPr lang="en-US" sz="2000" dirty="0"/>
              <a:t>Scenario</a:t>
            </a:r>
            <a:endParaRPr lang="he-IL" sz="2000" dirty="0">
              <a:latin typeface="Cascadia Mono" panose="020B0609020000020004" pitchFamily="49" charset="0"/>
              <a:ea typeface="Cascadia Mono" panose="020B0609020000020004" pitchFamily="49" charset="0"/>
              <a:cs typeface="Cascadia Mono" panose="020B0609020000020004" pitchFamily="49"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42"/>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Research Motivation</a:t>
            </a:r>
            <a:endParaRPr dirty="0"/>
          </a:p>
        </p:txBody>
      </p:sp>
      <p:sp>
        <p:nvSpPr>
          <p:cNvPr id="947" name="Google Shape;947;p42"/>
          <p:cNvSpPr txBox="1">
            <a:spLocks noGrp="1"/>
          </p:cNvSpPr>
          <p:nvPr>
            <p:ph type="subTitle" idx="1"/>
          </p:nvPr>
        </p:nvSpPr>
        <p:spPr>
          <a:xfrm>
            <a:off x="1" y="1017725"/>
            <a:ext cx="6470540" cy="329080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The recent conflicts in Israel have highlighted the critical importance of timely medical intervention on the battlefield. Both team members served in reserve duty and witnessed firsthand the challenges and significance of medical response in emergency situations. These experiences reinforced the need for an effective training tool to enhance medical capabilities in the field. </a:t>
            </a:r>
          </a:p>
          <a:p>
            <a:pPr marL="0" lvl="0" indent="0" algn="l" rtl="0">
              <a:spcBef>
                <a:spcPts val="0"/>
              </a:spcBef>
              <a:spcAft>
                <a:spcPts val="0"/>
              </a:spcAft>
              <a:buClr>
                <a:schemeClr val="dk1"/>
              </a:buClr>
              <a:buSzPts val="1100"/>
              <a:buFont typeface="Arial"/>
              <a:buNone/>
            </a:pPr>
            <a:endParaRPr lang="en-US" dirty="0"/>
          </a:p>
          <a:p>
            <a:pPr marL="0" lvl="0" indent="0" algn="l" rtl="0">
              <a:spcBef>
                <a:spcPts val="0"/>
              </a:spcBef>
              <a:spcAft>
                <a:spcPts val="0"/>
              </a:spcAft>
              <a:buClr>
                <a:schemeClr val="dk1"/>
              </a:buClr>
              <a:buSzPts val="1100"/>
              <a:buFont typeface="Arial"/>
              <a:buNone/>
            </a:pPr>
            <a:r>
              <a:rPr lang="en-US" b="1" dirty="0"/>
              <a:t>Objectives</a:t>
            </a:r>
          </a:p>
          <a:p>
            <a:pPr marL="0" lvl="0" indent="0" algn="l" rtl="0">
              <a:lnSpc>
                <a:spcPct val="150000"/>
              </a:lnSpc>
              <a:spcBef>
                <a:spcPts val="0"/>
              </a:spcBef>
              <a:spcAft>
                <a:spcPts val="0"/>
              </a:spcAft>
              <a:buClr>
                <a:schemeClr val="dk1"/>
              </a:buClr>
              <a:buSzPts val="1100"/>
              <a:buFont typeface="Arial"/>
              <a:buNone/>
            </a:pPr>
            <a:r>
              <a:rPr lang="en-US" b="1" dirty="0"/>
              <a:t>1. </a:t>
            </a:r>
            <a:r>
              <a:rPr lang="en-US" dirty="0"/>
              <a:t>Develop an interactive simulation environment for training in medical emergencies</a:t>
            </a:r>
            <a:r>
              <a:rPr lang="en-US" b="1" dirty="0"/>
              <a:t>.</a:t>
            </a:r>
          </a:p>
          <a:p>
            <a:pPr marL="0" lvl="0" indent="0" algn="l" rtl="0">
              <a:lnSpc>
                <a:spcPct val="150000"/>
              </a:lnSpc>
              <a:spcBef>
                <a:spcPts val="0"/>
              </a:spcBef>
              <a:spcAft>
                <a:spcPts val="0"/>
              </a:spcAft>
              <a:buClr>
                <a:schemeClr val="dk1"/>
              </a:buClr>
              <a:buSzPts val="1100"/>
              <a:buFont typeface="Arial"/>
              <a:buNone/>
            </a:pPr>
            <a:r>
              <a:rPr lang="en-US" b="1" dirty="0"/>
              <a:t>2. </a:t>
            </a:r>
            <a:r>
              <a:rPr lang="en-US" dirty="0"/>
              <a:t>Enable users to experience scenarios that simulate sudden injury situations requiring immediate medical response.</a:t>
            </a:r>
          </a:p>
          <a:p>
            <a:pPr marL="0" lvl="0" indent="0" algn="l" rtl="0">
              <a:lnSpc>
                <a:spcPct val="150000"/>
              </a:lnSpc>
              <a:spcBef>
                <a:spcPts val="0"/>
              </a:spcBef>
              <a:spcAft>
                <a:spcPts val="0"/>
              </a:spcAft>
              <a:buClr>
                <a:schemeClr val="dk1"/>
              </a:buClr>
              <a:buSzPts val="1100"/>
              <a:buFont typeface="Arial"/>
              <a:buNone/>
            </a:pPr>
            <a:r>
              <a:rPr lang="en-US" b="1" dirty="0"/>
              <a:t>3</a:t>
            </a:r>
            <a:r>
              <a:rPr lang="en-US" dirty="0"/>
              <a:t>. Offer an accessible platform for non-professionals to practice medical procedures.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6" name="Google Shape;873;p27">
            <a:extLst>
              <a:ext uri="{FF2B5EF4-FFF2-40B4-BE49-F238E27FC236}">
                <a16:creationId xmlns:a16="http://schemas.microsoft.com/office/drawing/2014/main" id="{8951AF51-92D7-3DF0-B263-26AC84674D78}"/>
              </a:ext>
            </a:extLst>
          </p:cNvPr>
          <p:cNvSpPr/>
          <p:nvPr/>
        </p:nvSpPr>
        <p:spPr>
          <a:xfrm>
            <a:off x="2781906" y="3067566"/>
            <a:ext cx="1727767" cy="764982"/>
          </a:xfrm>
          <a:custGeom>
            <a:avLst/>
            <a:gdLst/>
            <a:ahLst/>
            <a:cxnLst/>
            <a:rect l="l" t="t" r="r" b="b"/>
            <a:pathLst>
              <a:path w="108655" h="28428" extrusionOk="0">
                <a:moveTo>
                  <a:pt x="99425" y="0"/>
                </a:moveTo>
                <a:lnTo>
                  <a:pt x="0" y="0"/>
                </a:lnTo>
                <a:lnTo>
                  <a:pt x="9230" y="14569"/>
                </a:lnTo>
                <a:lnTo>
                  <a:pt x="0" y="28428"/>
                </a:lnTo>
                <a:lnTo>
                  <a:pt x="99425" y="28428"/>
                </a:lnTo>
                <a:lnTo>
                  <a:pt x="108655" y="14569"/>
                </a:lnTo>
                <a:close/>
              </a:path>
            </a:pathLst>
          </a:custGeom>
          <a:solidFill>
            <a:schemeClr val="accent2">
              <a:lumMod val="6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Amatic SC" panose="00000500000000000000" pitchFamily="2" charset="-79"/>
                <a:cs typeface="Amatic SC" panose="00000500000000000000" pitchFamily="2" charset="-79"/>
              </a:rPr>
              <a:t>02</a:t>
            </a:r>
            <a:endParaRPr sz="3600" b="1" dirty="0">
              <a:latin typeface="Amatic SC" panose="00000500000000000000" pitchFamily="2" charset="-79"/>
              <a:cs typeface="Amatic SC" panose="00000500000000000000" pitchFamily="2" charset="-79"/>
            </a:endParaRPr>
          </a:p>
        </p:txBody>
      </p:sp>
      <p:sp>
        <p:nvSpPr>
          <p:cNvPr id="8" name="Google Shape;876;p27">
            <a:extLst>
              <a:ext uri="{FF2B5EF4-FFF2-40B4-BE49-F238E27FC236}">
                <a16:creationId xmlns:a16="http://schemas.microsoft.com/office/drawing/2014/main" id="{0E52FB52-776E-DAE8-8365-277BEE71C05C}"/>
              </a:ext>
            </a:extLst>
          </p:cNvPr>
          <p:cNvSpPr/>
          <p:nvPr/>
        </p:nvSpPr>
        <p:spPr>
          <a:xfrm>
            <a:off x="740553" y="3067566"/>
            <a:ext cx="1727767" cy="764982"/>
          </a:xfrm>
          <a:custGeom>
            <a:avLst/>
            <a:gdLst/>
            <a:ahLst/>
            <a:cxnLst/>
            <a:rect l="l" t="t" r="r" b="b"/>
            <a:pathLst>
              <a:path w="108655" h="28428" extrusionOk="0">
                <a:moveTo>
                  <a:pt x="99425" y="0"/>
                </a:moveTo>
                <a:lnTo>
                  <a:pt x="0" y="0"/>
                </a:lnTo>
                <a:lnTo>
                  <a:pt x="9230" y="14569"/>
                </a:lnTo>
                <a:lnTo>
                  <a:pt x="0" y="28428"/>
                </a:lnTo>
                <a:lnTo>
                  <a:pt x="99425" y="28428"/>
                </a:lnTo>
                <a:lnTo>
                  <a:pt x="108655" y="14569"/>
                </a:lnTo>
                <a:close/>
              </a:path>
            </a:pathLst>
          </a:custGeom>
          <a:solidFill>
            <a:srgbClr val="0B53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he-IL" sz="3600" b="1" dirty="0">
                <a:latin typeface="Amatic SC" panose="00000500000000000000" pitchFamily="2" charset="-79"/>
                <a:cs typeface="Amatic SC" panose="00000500000000000000" pitchFamily="2" charset="-79"/>
              </a:rPr>
              <a:t>01</a:t>
            </a:r>
            <a:endParaRPr sz="3600" b="1" dirty="0">
              <a:latin typeface="Amatic SC" panose="00000500000000000000" pitchFamily="2" charset="-79"/>
              <a:cs typeface="Amatic SC" panose="00000500000000000000" pitchFamily="2" charset="-79"/>
            </a:endParaRPr>
          </a:p>
        </p:txBody>
      </p:sp>
      <p:sp>
        <p:nvSpPr>
          <p:cNvPr id="10" name="Google Shape;879;p27">
            <a:extLst>
              <a:ext uri="{FF2B5EF4-FFF2-40B4-BE49-F238E27FC236}">
                <a16:creationId xmlns:a16="http://schemas.microsoft.com/office/drawing/2014/main" id="{190A84D7-F4F3-3ECE-47AF-F7B4C6B7E846}"/>
              </a:ext>
            </a:extLst>
          </p:cNvPr>
          <p:cNvSpPr/>
          <p:nvPr/>
        </p:nvSpPr>
        <p:spPr>
          <a:xfrm>
            <a:off x="6864612" y="3067550"/>
            <a:ext cx="1727767" cy="764982"/>
          </a:xfrm>
          <a:custGeom>
            <a:avLst/>
            <a:gdLst/>
            <a:ahLst/>
            <a:cxnLst/>
            <a:rect l="l" t="t" r="r" b="b"/>
            <a:pathLst>
              <a:path w="108655" h="28428" extrusionOk="0">
                <a:moveTo>
                  <a:pt x="99425" y="0"/>
                </a:moveTo>
                <a:lnTo>
                  <a:pt x="0" y="0"/>
                </a:lnTo>
                <a:lnTo>
                  <a:pt x="9230" y="14569"/>
                </a:lnTo>
                <a:lnTo>
                  <a:pt x="0" y="28428"/>
                </a:lnTo>
                <a:lnTo>
                  <a:pt x="99425" y="28428"/>
                </a:lnTo>
                <a:lnTo>
                  <a:pt x="108655" y="14569"/>
                </a:lnTo>
                <a:close/>
              </a:path>
            </a:pathLst>
          </a:custGeom>
          <a:solidFill>
            <a:srgbClr val="7B7B7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he-IL" sz="3600" b="1" dirty="0">
                <a:latin typeface="Amatic SC" panose="00000500000000000000" pitchFamily="2" charset="-79"/>
                <a:cs typeface="Amatic SC" panose="00000500000000000000" pitchFamily="2" charset="-79"/>
              </a:rPr>
              <a:t>04</a:t>
            </a:r>
            <a:endParaRPr sz="3600" b="1" dirty="0">
              <a:latin typeface="Amatic SC" panose="00000500000000000000" pitchFamily="2" charset="-79"/>
              <a:cs typeface="Amatic SC" panose="00000500000000000000" pitchFamily="2" charset="-79"/>
            </a:endParaRPr>
          </a:p>
        </p:txBody>
      </p:sp>
      <p:sp>
        <p:nvSpPr>
          <p:cNvPr id="13" name="Google Shape;882;p27">
            <a:extLst>
              <a:ext uri="{FF2B5EF4-FFF2-40B4-BE49-F238E27FC236}">
                <a16:creationId xmlns:a16="http://schemas.microsoft.com/office/drawing/2014/main" id="{FD9F741B-9A69-6B06-8F94-FACDD291446F}"/>
              </a:ext>
            </a:extLst>
          </p:cNvPr>
          <p:cNvSpPr/>
          <p:nvPr/>
        </p:nvSpPr>
        <p:spPr>
          <a:xfrm>
            <a:off x="4823259" y="3067550"/>
            <a:ext cx="1727767" cy="764982"/>
          </a:xfrm>
          <a:custGeom>
            <a:avLst/>
            <a:gdLst/>
            <a:ahLst/>
            <a:cxnLst/>
            <a:rect l="l" t="t" r="r" b="b"/>
            <a:pathLst>
              <a:path w="108655" h="28428" extrusionOk="0">
                <a:moveTo>
                  <a:pt x="99425" y="0"/>
                </a:moveTo>
                <a:lnTo>
                  <a:pt x="0" y="0"/>
                </a:lnTo>
                <a:lnTo>
                  <a:pt x="9230" y="14569"/>
                </a:lnTo>
                <a:lnTo>
                  <a:pt x="0" y="28428"/>
                </a:lnTo>
                <a:lnTo>
                  <a:pt x="99425" y="28428"/>
                </a:lnTo>
                <a:lnTo>
                  <a:pt x="108655" y="14569"/>
                </a:lnTo>
                <a:close/>
              </a:path>
            </a:pathLst>
          </a:cu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dirty="0">
                <a:latin typeface="Amatic SC" panose="00000500000000000000" pitchFamily="2" charset="-79"/>
                <a:cs typeface="Amatic SC" panose="00000500000000000000" pitchFamily="2" charset="-79"/>
              </a:rPr>
              <a:t>03</a:t>
            </a:r>
            <a:endParaRPr sz="3600" b="1" dirty="0">
              <a:latin typeface="Amatic SC" panose="00000500000000000000" pitchFamily="2" charset="-79"/>
              <a:cs typeface="Amatic SC" panose="00000500000000000000" pitchFamily="2" charset="-79"/>
            </a:endParaRPr>
          </a:p>
        </p:txBody>
      </p:sp>
      <p:grpSp>
        <p:nvGrpSpPr>
          <p:cNvPr id="881" name="Google Shape;881;p39"/>
          <p:cNvGrpSpPr/>
          <p:nvPr/>
        </p:nvGrpSpPr>
        <p:grpSpPr>
          <a:xfrm>
            <a:off x="-1555691" y="3874548"/>
            <a:ext cx="3140396" cy="541907"/>
            <a:chOff x="-528216" y="3116173"/>
            <a:chExt cx="3140396" cy="541907"/>
          </a:xfrm>
        </p:grpSpPr>
        <p:grpSp>
          <p:nvGrpSpPr>
            <p:cNvPr id="882" name="Google Shape;882;p39"/>
            <p:cNvGrpSpPr/>
            <p:nvPr/>
          </p:nvGrpSpPr>
          <p:grpSpPr>
            <a:xfrm>
              <a:off x="-528216" y="3434317"/>
              <a:ext cx="2877996" cy="223763"/>
              <a:chOff x="1748550" y="2064750"/>
              <a:chExt cx="3573375" cy="277863"/>
            </a:xfrm>
          </p:grpSpPr>
          <p:sp>
            <p:nvSpPr>
              <p:cNvPr id="883" name="Google Shape;883;p39"/>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884" name="Google Shape;884;p39"/>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 name="Google Shape;885;p39"/>
            <p:cNvGrpSpPr/>
            <p:nvPr/>
          </p:nvGrpSpPr>
          <p:grpSpPr>
            <a:xfrm>
              <a:off x="-528208" y="3317016"/>
              <a:ext cx="2430741" cy="185537"/>
              <a:chOff x="1748547" y="1392116"/>
              <a:chExt cx="5911958" cy="451312"/>
            </a:xfrm>
          </p:grpSpPr>
          <p:sp>
            <p:nvSpPr>
              <p:cNvPr id="886" name="Google Shape;886;p39"/>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887" name="Google Shape;887;p39"/>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39"/>
            <p:cNvGrpSpPr/>
            <p:nvPr/>
          </p:nvGrpSpPr>
          <p:grpSpPr>
            <a:xfrm>
              <a:off x="-528216" y="3116173"/>
              <a:ext cx="3140396" cy="45661"/>
              <a:chOff x="1748550" y="1449263"/>
              <a:chExt cx="3899175" cy="56700"/>
            </a:xfrm>
          </p:grpSpPr>
          <p:cxnSp>
            <p:nvCxnSpPr>
              <p:cNvPr id="889" name="Google Shape;889;p39"/>
              <p:cNvCxnSpPr/>
              <p:nvPr/>
            </p:nvCxnSpPr>
            <p:spPr>
              <a:xfrm>
                <a:off x="1748550" y="1477625"/>
                <a:ext cx="3846900" cy="0"/>
              </a:xfrm>
              <a:prstGeom prst="straightConnector1">
                <a:avLst/>
              </a:prstGeom>
              <a:noFill/>
              <a:ln w="9525" cap="flat" cmpd="sng">
                <a:solidFill>
                  <a:schemeClr val="dk1"/>
                </a:solidFill>
                <a:prstDash val="solid"/>
                <a:round/>
                <a:headEnd type="none" w="med" len="med"/>
                <a:tailEnd type="none" w="med" len="med"/>
              </a:ln>
            </p:spPr>
          </p:cxnSp>
          <p:sp>
            <p:nvSpPr>
              <p:cNvPr id="890" name="Google Shape;890;p39"/>
              <p:cNvSpPr/>
              <p:nvPr/>
            </p:nvSpPr>
            <p:spPr>
              <a:xfrm>
                <a:off x="5591025" y="1449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Google Shape;875;p27">
            <a:extLst>
              <a:ext uri="{FF2B5EF4-FFF2-40B4-BE49-F238E27FC236}">
                <a16:creationId xmlns:a16="http://schemas.microsoft.com/office/drawing/2014/main" id="{8C367769-93F6-0E19-7352-5683827ADB96}"/>
              </a:ext>
            </a:extLst>
          </p:cNvPr>
          <p:cNvSpPr txBox="1"/>
          <p:nvPr/>
        </p:nvSpPr>
        <p:spPr>
          <a:xfrm>
            <a:off x="2616599" y="1115048"/>
            <a:ext cx="2017730" cy="1427715"/>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Clr>
                <a:schemeClr val="dk1"/>
              </a:buClr>
              <a:buSzPts val="1100"/>
              <a:buFont typeface="Arial"/>
              <a:buNone/>
            </a:pPr>
            <a:r>
              <a:rPr lang="en-US" sz="1300" b="1" u="sng" dirty="0">
                <a:solidFill>
                  <a:srgbClr val="A6A6A6"/>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Examining Sensor-Based Player Control </a:t>
            </a:r>
          </a:p>
          <a:p>
            <a:pPr marL="0" lvl="0" indent="0" algn="ctr">
              <a:spcBef>
                <a:spcPts val="0"/>
              </a:spcBef>
              <a:spcAft>
                <a:spcPts val="0"/>
              </a:spcAft>
              <a:buClr>
                <a:schemeClr val="dk1"/>
              </a:buClr>
              <a:buSzPts val="1100"/>
              <a:buFont typeface="Arial"/>
              <a:buNone/>
            </a:pPr>
            <a:endParaRPr lang="en-US" sz="1300" dirty="0">
              <a:solidFill>
                <a:srgbClr val="A6A6A6"/>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a:p>
            <a:pPr marL="0" lvl="0" indent="0" algn="ctr">
              <a:spcBef>
                <a:spcPts val="0"/>
              </a:spcBef>
              <a:spcAft>
                <a:spcPts val="0"/>
              </a:spcAft>
              <a:buClr>
                <a:schemeClr val="dk1"/>
              </a:buClr>
              <a:buSzPts val="1100"/>
              <a:buFont typeface="Arial"/>
              <a:buNone/>
            </a:pPr>
            <a:r>
              <a:rPr lang="en-US" sz="1300" dirty="0">
                <a:solidFill>
                  <a:srgbClr val="A6A6A6"/>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We researched different methods and tools for controlling the player in Unity using sensors.</a:t>
            </a:r>
            <a:endParaRPr sz="1300" dirty="0">
              <a:solidFill>
                <a:srgbClr val="A6A6A6"/>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p:txBody>
      </p:sp>
      <p:sp>
        <p:nvSpPr>
          <p:cNvPr id="9" name="Google Shape;878;p27">
            <a:extLst>
              <a:ext uri="{FF2B5EF4-FFF2-40B4-BE49-F238E27FC236}">
                <a16:creationId xmlns:a16="http://schemas.microsoft.com/office/drawing/2014/main" id="{8D0B793A-2358-8ED8-7733-9C5A4127CDCD}"/>
              </a:ext>
            </a:extLst>
          </p:cNvPr>
          <p:cNvSpPr txBox="1"/>
          <p:nvPr/>
        </p:nvSpPr>
        <p:spPr>
          <a:xfrm>
            <a:off x="315518" y="1115048"/>
            <a:ext cx="2301081" cy="1427714"/>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Clr>
                <a:schemeClr val="dk1"/>
              </a:buClr>
              <a:buSzPts val="1100"/>
              <a:buFont typeface="Arial"/>
              <a:buNone/>
            </a:pPr>
            <a:r>
              <a:rPr lang="en-US" sz="1300" b="1" u="sng"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Learning to Work</a:t>
            </a:r>
            <a:br>
              <a:rPr lang="en-US" sz="1300" b="1" u="sng"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br>
            <a:r>
              <a:rPr lang="en-US" sz="1300" b="1"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 </a:t>
            </a:r>
            <a:r>
              <a:rPr lang="en-US" sz="1300" b="1" u="sng"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with Unity</a:t>
            </a:r>
          </a:p>
          <a:p>
            <a:pPr marL="0" lvl="0" indent="0" algn="ctr">
              <a:spcBef>
                <a:spcPts val="0"/>
              </a:spcBef>
              <a:spcAft>
                <a:spcPts val="0"/>
              </a:spcAft>
              <a:buClr>
                <a:schemeClr val="dk1"/>
              </a:buClr>
              <a:buSzPts val="1100"/>
              <a:buFont typeface="Arial"/>
              <a:buNone/>
            </a:pPr>
            <a:endParaRPr lang="en-US" sz="1300" b="1" u="sng"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a:p>
            <a:pPr marL="0" lvl="0" indent="0" algn="ctr">
              <a:spcBef>
                <a:spcPts val="0"/>
              </a:spcBef>
              <a:spcAft>
                <a:spcPts val="0"/>
              </a:spcAft>
              <a:buClr>
                <a:schemeClr val="dk1"/>
              </a:buClr>
              <a:buSzPts val="1100"/>
              <a:buFont typeface="Arial"/>
              <a:buNone/>
            </a:pPr>
            <a:r>
              <a:rPr lang="en-US" sz="1300"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We explored how to use the Unity game engine, understanding its interface, tools, and capabilities.</a:t>
            </a:r>
            <a:endParaRPr sz="1300" dirty="0">
              <a:solidFill>
                <a:schemeClr val="accent1"/>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p:txBody>
      </p:sp>
      <p:sp>
        <p:nvSpPr>
          <p:cNvPr id="12" name="Google Shape;881;p27">
            <a:extLst>
              <a:ext uri="{FF2B5EF4-FFF2-40B4-BE49-F238E27FC236}">
                <a16:creationId xmlns:a16="http://schemas.microsoft.com/office/drawing/2014/main" id="{22A1DA00-876A-EB27-D958-8043CC4BB61B}"/>
              </a:ext>
            </a:extLst>
          </p:cNvPr>
          <p:cNvSpPr txBox="1"/>
          <p:nvPr/>
        </p:nvSpPr>
        <p:spPr>
          <a:xfrm>
            <a:off x="6633903" y="1115048"/>
            <a:ext cx="2152797" cy="1842837"/>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Clr>
                <a:schemeClr val="dk1"/>
              </a:buClr>
              <a:buSzPts val="1100"/>
              <a:buFont typeface="Arial"/>
              <a:buNone/>
            </a:pPr>
            <a:r>
              <a:rPr lang="en-US" sz="1300" b="1" u="sng" dirty="0">
                <a:solidFill>
                  <a:srgbClr val="7B7B7B"/>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Project Initialization and Development</a:t>
            </a:r>
          </a:p>
          <a:p>
            <a:pPr marL="0" lvl="0" indent="0" algn="ctr">
              <a:spcBef>
                <a:spcPts val="0"/>
              </a:spcBef>
              <a:spcAft>
                <a:spcPts val="0"/>
              </a:spcAft>
              <a:buClr>
                <a:schemeClr val="dk1"/>
              </a:buClr>
              <a:buSzPts val="1100"/>
              <a:buFont typeface="Arial"/>
              <a:buNone/>
            </a:pPr>
            <a:endParaRPr lang="en-US" sz="1300" dirty="0">
              <a:solidFill>
                <a:srgbClr val="7B7B7B"/>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a:p>
            <a:pPr marL="0" lvl="0" indent="0" algn="ctr">
              <a:spcBef>
                <a:spcPts val="0"/>
              </a:spcBef>
              <a:spcAft>
                <a:spcPts val="0"/>
              </a:spcAft>
              <a:buClr>
                <a:schemeClr val="dk1"/>
              </a:buClr>
              <a:buSzPts val="1100"/>
              <a:buFont typeface="Arial"/>
              <a:buNone/>
            </a:pPr>
            <a:r>
              <a:rPr lang="en-US" sz="1300" dirty="0">
                <a:solidFill>
                  <a:srgbClr val="7B7B7B"/>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After gaining the necessary knowledge, we started our own project and began implementing what we had learned in developing the car accident scenario.</a:t>
            </a:r>
            <a:endParaRPr lang="he-IL" sz="1300" dirty="0">
              <a:solidFill>
                <a:srgbClr val="7B7B7B"/>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p:txBody>
      </p:sp>
      <p:sp>
        <p:nvSpPr>
          <p:cNvPr id="15" name="Google Shape;884;p27">
            <a:extLst>
              <a:ext uri="{FF2B5EF4-FFF2-40B4-BE49-F238E27FC236}">
                <a16:creationId xmlns:a16="http://schemas.microsoft.com/office/drawing/2014/main" id="{D529B460-A16D-FF1D-2365-2CB42B0E380F}"/>
              </a:ext>
            </a:extLst>
          </p:cNvPr>
          <p:cNvSpPr txBox="1"/>
          <p:nvPr/>
        </p:nvSpPr>
        <p:spPr>
          <a:xfrm>
            <a:off x="4634329" y="1116914"/>
            <a:ext cx="2095216" cy="1602431"/>
          </a:xfrm>
          <a:prstGeom prst="rect">
            <a:avLst/>
          </a:prstGeom>
          <a:noFill/>
          <a:ln>
            <a:noFill/>
          </a:ln>
        </p:spPr>
        <p:txBody>
          <a:bodyPr spcFirstLastPara="1" wrap="square" lIns="91425" tIns="91425" rIns="91425" bIns="91425" anchor="ctr" anchorCtr="0">
            <a:noAutofit/>
          </a:bodyPr>
          <a:lstStyle/>
          <a:p>
            <a:pPr marL="0" lvl="0" indent="0" algn="ctr">
              <a:spcBef>
                <a:spcPts val="0"/>
              </a:spcBef>
              <a:spcAft>
                <a:spcPts val="0"/>
              </a:spcAft>
              <a:buNone/>
            </a:pPr>
            <a:r>
              <a:rPr lang="en-US" sz="1300" b="1" u="sng" dirty="0">
                <a:solidFill>
                  <a:srgbClr val="1BBBE9"/>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Analyzing Similar Games and Existing Mechanisms</a:t>
            </a:r>
          </a:p>
          <a:p>
            <a:pPr marL="0" lvl="0" indent="0" algn="ctr">
              <a:spcBef>
                <a:spcPts val="0"/>
              </a:spcBef>
              <a:spcAft>
                <a:spcPts val="0"/>
              </a:spcAft>
              <a:buNone/>
            </a:pPr>
            <a:endParaRPr lang="en-US" sz="1300" dirty="0">
              <a:solidFill>
                <a:srgbClr val="1BBBE9"/>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a:p>
            <a:pPr marL="0" lvl="0" indent="0" algn="ctr">
              <a:spcBef>
                <a:spcPts val="0"/>
              </a:spcBef>
              <a:spcAft>
                <a:spcPts val="0"/>
              </a:spcAft>
              <a:buNone/>
            </a:pPr>
            <a:r>
              <a:rPr lang="en-US" sz="1300" dirty="0">
                <a:solidFill>
                  <a:srgbClr val="1BBBE9"/>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rPr>
              <a:t>We studied control and interaction mechanisms in similar games through direct experimentation or video analysis.</a:t>
            </a:r>
            <a:endParaRPr lang="he-IL" sz="1300" dirty="0">
              <a:solidFill>
                <a:srgbClr val="1BBBE9"/>
              </a:solidFill>
              <a:latin typeface="Barlow" panose="00000500000000000000" pitchFamily="2" charset="0"/>
              <a:ea typeface="Arial Unicode MS" panose="020B0604020202020204" pitchFamily="34" charset="-128"/>
              <a:cs typeface="Arial Unicode MS" panose="020B0604020202020204" pitchFamily="34" charset="-128"/>
              <a:sym typeface="Fira Sans Extra Condensed Medium"/>
            </a:endParaRPr>
          </a:p>
        </p:txBody>
      </p:sp>
      <p:sp>
        <p:nvSpPr>
          <p:cNvPr id="24" name="Google Shape;946;p42">
            <a:extLst>
              <a:ext uri="{FF2B5EF4-FFF2-40B4-BE49-F238E27FC236}">
                <a16:creationId xmlns:a16="http://schemas.microsoft.com/office/drawing/2014/main" id="{0978874E-402C-F99E-EC90-B47082CFF2B6}"/>
              </a:ext>
            </a:extLst>
          </p:cNvPr>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600" dirty="0"/>
              <a:t>Methodology</a:t>
            </a:r>
            <a:endParaRPr sz="2600" dirty="0"/>
          </a:p>
        </p:txBody>
      </p:sp>
      <p:pic>
        <p:nvPicPr>
          <p:cNvPr id="28" name="תמונה 27" descr="תמונה שמכילה צילום מסך, מלבן, סמל, מספר&#10;&#10;תוכן שנוצר על-ידי בינה מלאכותית עשוי להיות שגוי.">
            <a:extLst>
              <a:ext uri="{FF2B5EF4-FFF2-40B4-BE49-F238E27FC236}">
                <a16:creationId xmlns:a16="http://schemas.microsoft.com/office/drawing/2014/main" id="{1FFAE0C1-0C3C-A0E1-5C8C-28351B55D7AA}"/>
              </a:ext>
            </a:extLst>
          </p:cNvPr>
          <p:cNvPicPr>
            <a:picLocks noChangeAspect="1"/>
          </p:cNvPicPr>
          <p:nvPr/>
        </p:nvPicPr>
        <p:blipFill>
          <a:blip r:embed="rId3">
            <a:duotone>
              <a:prstClr val="black"/>
              <a:srgbClr val="D9C3A5">
                <a:tint val="50000"/>
                <a:satMod val="180000"/>
              </a:srgbClr>
            </a:duotone>
          </a:blip>
          <a:srcRect l="16007" t="17455" r="17852" b="18679"/>
          <a:stretch/>
        </p:blipFill>
        <p:spPr>
          <a:xfrm>
            <a:off x="7470595" y="3922589"/>
            <a:ext cx="510049" cy="492499"/>
          </a:xfrm>
          <a:prstGeom prst="rect">
            <a:avLst/>
          </a:prstGeom>
        </p:spPr>
      </p:pic>
      <p:pic>
        <p:nvPicPr>
          <p:cNvPr id="30" name="תמונה 29" descr="תמונה שמכילה טקסט, גופן, לוגו, גרפיקה&#10;&#10;תוכן שנוצר על-ידי בינה מלאכותית עשוי להיות שגוי.">
            <a:extLst>
              <a:ext uri="{FF2B5EF4-FFF2-40B4-BE49-F238E27FC236}">
                <a16:creationId xmlns:a16="http://schemas.microsoft.com/office/drawing/2014/main" id="{4695EF1C-E1F5-A077-2144-90057684EBFD}"/>
              </a:ext>
            </a:extLst>
          </p:cNvPr>
          <p:cNvPicPr>
            <a:picLocks noChangeAspect="1"/>
          </p:cNvPicPr>
          <p:nvPr/>
        </p:nvPicPr>
        <p:blipFill>
          <a:blip r:embed="rId4">
            <a:duotone>
              <a:schemeClr val="bg2">
                <a:shade val="45000"/>
                <a:satMod val="135000"/>
              </a:schemeClr>
              <a:prstClr val="white"/>
            </a:duotone>
          </a:blip>
          <a:srcRect l="13570" t="7365" r="10095" b="31864"/>
          <a:stretch/>
        </p:blipFill>
        <p:spPr>
          <a:xfrm>
            <a:off x="5405771" y="3924610"/>
            <a:ext cx="562197" cy="447560"/>
          </a:xfrm>
          <a:prstGeom prst="rect">
            <a:avLst/>
          </a:prstGeom>
        </p:spPr>
      </p:pic>
      <p:pic>
        <p:nvPicPr>
          <p:cNvPr id="912" name="תמונה 911" descr="תמונה שמכילה טקסט, סמל, אומנות קליפיפם, סרט מצויר&#10;&#10;תוכן שנוצר על-ידי בינה מלאכותית עשוי להיות שגוי.">
            <a:extLst>
              <a:ext uri="{FF2B5EF4-FFF2-40B4-BE49-F238E27FC236}">
                <a16:creationId xmlns:a16="http://schemas.microsoft.com/office/drawing/2014/main" id="{9F705D74-EE56-CA07-1786-0EFCC6157E10}"/>
              </a:ext>
            </a:extLst>
          </p:cNvPr>
          <p:cNvPicPr>
            <a:picLocks noChangeAspect="1"/>
          </p:cNvPicPr>
          <p:nvPr/>
        </p:nvPicPr>
        <p:blipFill>
          <a:blip r:embed="rId5">
            <a:duotone>
              <a:schemeClr val="accent1">
                <a:shade val="45000"/>
                <a:satMod val="135000"/>
              </a:schemeClr>
              <a:prstClr val="white"/>
            </a:duotone>
          </a:blip>
          <a:srcRect l="14591" t="11928" r="18314" b="29910"/>
          <a:stretch/>
        </p:blipFill>
        <p:spPr>
          <a:xfrm>
            <a:off x="1254969" y="3920209"/>
            <a:ext cx="568139" cy="492499"/>
          </a:xfrm>
          <a:prstGeom prst="rect">
            <a:avLst/>
          </a:prstGeom>
        </p:spPr>
      </p:pic>
      <p:pic>
        <p:nvPicPr>
          <p:cNvPr id="910" name="תמונה 909" descr="תמונה שמכילה ציור, גרפיקה, אומנות קליפיפם, עיגול&#10;&#10;תוכן שנוצר על-ידי בינה מלאכותית עשוי להיות שגוי.">
            <a:extLst>
              <a:ext uri="{FF2B5EF4-FFF2-40B4-BE49-F238E27FC236}">
                <a16:creationId xmlns:a16="http://schemas.microsoft.com/office/drawing/2014/main" id="{40EA0A02-7E63-5F62-7C7D-8081B2340185}"/>
              </a:ext>
            </a:extLst>
          </p:cNvPr>
          <p:cNvPicPr>
            <a:picLocks noChangeAspect="1"/>
          </p:cNvPicPr>
          <p:nvPr/>
        </p:nvPicPr>
        <p:blipFill>
          <a:blip r:embed="rId6">
            <a:grayscl/>
          </a:blip>
          <a:srcRect l="21810" t="12700" r="21569" b="29532"/>
          <a:stretch/>
        </p:blipFill>
        <p:spPr>
          <a:xfrm>
            <a:off x="3370439" y="3894684"/>
            <a:ext cx="510049" cy="520379"/>
          </a:xfrm>
          <a:prstGeom prst="rect">
            <a:avLst/>
          </a:prstGeom>
          <a:solidFill>
            <a:srgbClr val="FF0000"/>
          </a:solid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Project Overview: Scenario &amp; Users</a:t>
            </a:r>
            <a:endParaRPr dirty="0"/>
          </a:p>
        </p:txBody>
      </p:sp>
      <p:sp>
        <p:nvSpPr>
          <p:cNvPr id="907" name="Google Shape;95;p16">
            <a:extLst>
              <a:ext uri="{FF2B5EF4-FFF2-40B4-BE49-F238E27FC236}">
                <a16:creationId xmlns:a16="http://schemas.microsoft.com/office/drawing/2014/main" id="{42D359F5-BC59-DEAF-4245-DE07B65EC49C}"/>
              </a:ext>
            </a:extLst>
          </p:cNvPr>
          <p:cNvSpPr/>
          <p:nvPr/>
        </p:nvSpPr>
        <p:spPr>
          <a:xfrm>
            <a:off x="2290167" y="3282045"/>
            <a:ext cx="165000" cy="165000"/>
          </a:xfrm>
          <a:prstGeom prst="ellipse">
            <a:avLst/>
          </a:prstGeom>
          <a:solidFill>
            <a:srgbClr val="1BBBE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8" name="Google Shape;96;p16">
            <a:extLst>
              <a:ext uri="{FF2B5EF4-FFF2-40B4-BE49-F238E27FC236}">
                <a16:creationId xmlns:a16="http://schemas.microsoft.com/office/drawing/2014/main" id="{43757621-244B-D8F3-8A36-30E7261D22FD}"/>
              </a:ext>
            </a:extLst>
          </p:cNvPr>
          <p:cNvSpPr/>
          <p:nvPr/>
        </p:nvSpPr>
        <p:spPr>
          <a:xfrm>
            <a:off x="2324217" y="3512695"/>
            <a:ext cx="96900" cy="96900"/>
          </a:xfrm>
          <a:prstGeom prst="ellipse">
            <a:avLst/>
          </a:prstGeom>
          <a:solidFill>
            <a:srgbClr val="1BBBE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09" name="Google Shape;97;p16">
            <a:extLst>
              <a:ext uri="{FF2B5EF4-FFF2-40B4-BE49-F238E27FC236}">
                <a16:creationId xmlns:a16="http://schemas.microsoft.com/office/drawing/2014/main" id="{7FBF1DF6-D356-5EFC-FC8F-11DAB1BCA698}"/>
              </a:ext>
            </a:extLst>
          </p:cNvPr>
          <p:cNvSpPr/>
          <p:nvPr/>
        </p:nvSpPr>
        <p:spPr>
          <a:xfrm>
            <a:off x="2263617" y="2989445"/>
            <a:ext cx="218100" cy="218100"/>
          </a:xfrm>
          <a:prstGeom prst="ellipse">
            <a:avLst/>
          </a:prstGeom>
          <a:solidFill>
            <a:srgbClr val="1BBBE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0" name="Google Shape;98;p16">
            <a:extLst>
              <a:ext uri="{FF2B5EF4-FFF2-40B4-BE49-F238E27FC236}">
                <a16:creationId xmlns:a16="http://schemas.microsoft.com/office/drawing/2014/main" id="{455F59D2-B53B-1095-30CD-B55C0BE72284}"/>
              </a:ext>
            </a:extLst>
          </p:cNvPr>
          <p:cNvSpPr txBox="1"/>
          <p:nvPr/>
        </p:nvSpPr>
        <p:spPr>
          <a:xfrm>
            <a:off x="1602267" y="3767832"/>
            <a:ext cx="1540800" cy="429600"/>
          </a:xfrm>
          <a:prstGeom prst="rect">
            <a:avLst/>
          </a:prstGeom>
          <a:noFill/>
          <a:ln>
            <a:noFill/>
          </a:ln>
        </p:spPr>
        <p:txBody>
          <a:bodyPr spcFirstLastPara="1" wrap="square" lIns="91425" tIns="91425" rIns="91425" bIns="91425" anchor="ctr" anchorCtr="0">
            <a:noAutofit/>
          </a:bodyPr>
          <a:lstStyle/>
          <a:p>
            <a:pPr algn="ctr"/>
            <a:r>
              <a:rPr lang="en-GB" sz="1300" b="1" dirty="0">
                <a:solidFill>
                  <a:srgbClr val="1BBBE9"/>
                </a:solidFill>
                <a:latin typeface="Barlow" panose="00000500000000000000" pitchFamily="2" charset="0"/>
                <a:ea typeface="Fira Sans Extra Condensed Medium"/>
                <a:cs typeface="Fira Sans Extra Condensed Medium"/>
                <a:sym typeface="Fira Sans Extra Condensed Medium"/>
              </a:rPr>
              <a:t>Driving the vehicle</a:t>
            </a:r>
            <a:endParaRPr sz="1300" b="1" dirty="0">
              <a:solidFill>
                <a:srgbClr val="1BBBE9"/>
              </a:solidFill>
              <a:latin typeface="Barlow" panose="00000500000000000000" pitchFamily="2" charset="0"/>
              <a:ea typeface="Fira Sans Extra Condensed Medium"/>
              <a:cs typeface="Fira Sans Extra Condensed Medium"/>
              <a:sym typeface="Fira Sans Extra Condensed Medium"/>
            </a:endParaRPr>
          </a:p>
        </p:txBody>
      </p:sp>
      <p:grpSp>
        <p:nvGrpSpPr>
          <p:cNvPr id="953" name="קבוצה 952">
            <a:extLst>
              <a:ext uri="{FF2B5EF4-FFF2-40B4-BE49-F238E27FC236}">
                <a16:creationId xmlns:a16="http://schemas.microsoft.com/office/drawing/2014/main" id="{21BE463A-AE5B-2A48-306E-FEA6E85EB906}"/>
              </a:ext>
            </a:extLst>
          </p:cNvPr>
          <p:cNvGrpSpPr/>
          <p:nvPr/>
        </p:nvGrpSpPr>
        <p:grpSpPr>
          <a:xfrm>
            <a:off x="3728265" y="1160454"/>
            <a:ext cx="1751141" cy="1751141"/>
            <a:chOff x="3383016" y="1185363"/>
            <a:chExt cx="1183800" cy="1183800"/>
          </a:xfrm>
        </p:grpSpPr>
        <p:sp>
          <p:nvSpPr>
            <p:cNvPr id="912" name="Google Shape;100;p16">
              <a:extLst>
                <a:ext uri="{FF2B5EF4-FFF2-40B4-BE49-F238E27FC236}">
                  <a16:creationId xmlns:a16="http://schemas.microsoft.com/office/drawing/2014/main" id="{1473FF0A-2669-9663-5AAE-2AFBEEC92482}"/>
                </a:ext>
              </a:extLst>
            </p:cNvPr>
            <p:cNvSpPr/>
            <p:nvPr/>
          </p:nvSpPr>
          <p:spPr>
            <a:xfrm>
              <a:off x="3383016" y="1185363"/>
              <a:ext cx="1183800" cy="1183800"/>
            </a:xfrm>
            <a:prstGeom prst="ellipse">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3" name="Google Shape;101;p16">
              <a:extLst>
                <a:ext uri="{FF2B5EF4-FFF2-40B4-BE49-F238E27FC236}">
                  <a16:creationId xmlns:a16="http://schemas.microsoft.com/office/drawing/2014/main" id="{EE3D7435-DAF7-8E02-89E1-A27A9DCD257E}"/>
                </a:ext>
              </a:extLst>
            </p:cNvPr>
            <p:cNvSpPr/>
            <p:nvPr/>
          </p:nvSpPr>
          <p:spPr>
            <a:xfrm>
              <a:off x="3465516" y="1267863"/>
              <a:ext cx="1018800" cy="1018800"/>
            </a:xfrm>
            <a:prstGeom prst="ellipse">
              <a:avLst/>
            </a:prstGeom>
            <a:solidFill>
              <a:srgbClr val="0B539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14" name="Google Shape;102;p16">
            <a:extLst>
              <a:ext uri="{FF2B5EF4-FFF2-40B4-BE49-F238E27FC236}">
                <a16:creationId xmlns:a16="http://schemas.microsoft.com/office/drawing/2014/main" id="{3B6AC6EA-A0FA-096E-AA37-521AC5297728}"/>
              </a:ext>
            </a:extLst>
          </p:cNvPr>
          <p:cNvSpPr/>
          <p:nvPr/>
        </p:nvSpPr>
        <p:spPr>
          <a:xfrm>
            <a:off x="4526039" y="3282045"/>
            <a:ext cx="165000" cy="165000"/>
          </a:xfrm>
          <a:prstGeom prst="ellipse">
            <a:avLst/>
          </a:prstGeom>
          <a:solidFill>
            <a:srgbClr val="0B539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5" name="Google Shape;103;p16">
            <a:extLst>
              <a:ext uri="{FF2B5EF4-FFF2-40B4-BE49-F238E27FC236}">
                <a16:creationId xmlns:a16="http://schemas.microsoft.com/office/drawing/2014/main" id="{68171971-BFE8-E1CA-4BEB-28FCA55D019C}"/>
              </a:ext>
            </a:extLst>
          </p:cNvPr>
          <p:cNvSpPr/>
          <p:nvPr/>
        </p:nvSpPr>
        <p:spPr>
          <a:xfrm>
            <a:off x="4560089" y="3512695"/>
            <a:ext cx="96900" cy="96900"/>
          </a:xfrm>
          <a:prstGeom prst="ellipse">
            <a:avLst/>
          </a:prstGeom>
          <a:solidFill>
            <a:srgbClr val="0B539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6" name="Google Shape;104;p16">
            <a:extLst>
              <a:ext uri="{FF2B5EF4-FFF2-40B4-BE49-F238E27FC236}">
                <a16:creationId xmlns:a16="http://schemas.microsoft.com/office/drawing/2014/main" id="{1EC2CD0F-589C-887F-0D5B-0D6EA3C1E51E}"/>
              </a:ext>
            </a:extLst>
          </p:cNvPr>
          <p:cNvSpPr/>
          <p:nvPr/>
        </p:nvSpPr>
        <p:spPr>
          <a:xfrm>
            <a:off x="4499489" y="2989445"/>
            <a:ext cx="218100" cy="218100"/>
          </a:xfrm>
          <a:prstGeom prst="ellipse">
            <a:avLst/>
          </a:prstGeom>
          <a:solidFill>
            <a:srgbClr val="0B539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17" name="Google Shape;105;p16">
            <a:extLst>
              <a:ext uri="{FF2B5EF4-FFF2-40B4-BE49-F238E27FC236}">
                <a16:creationId xmlns:a16="http://schemas.microsoft.com/office/drawing/2014/main" id="{9011730B-2D4D-1B8D-B16F-56F535E31878}"/>
              </a:ext>
            </a:extLst>
          </p:cNvPr>
          <p:cNvSpPr txBox="1"/>
          <p:nvPr/>
        </p:nvSpPr>
        <p:spPr>
          <a:xfrm>
            <a:off x="3694741" y="3767831"/>
            <a:ext cx="1823890" cy="429601"/>
          </a:xfrm>
          <a:prstGeom prst="rect">
            <a:avLst/>
          </a:prstGeom>
          <a:noFill/>
          <a:ln>
            <a:noFill/>
          </a:ln>
        </p:spPr>
        <p:txBody>
          <a:bodyPr spcFirstLastPara="1" wrap="square" lIns="91425" tIns="91425" rIns="91425" bIns="91425" anchor="ctr" anchorCtr="0">
            <a:noAutofit/>
          </a:bodyPr>
          <a:lstStyle/>
          <a:p>
            <a:pPr algn="ctr"/>
            <a:r>
              <a:rPr lang="en-US" sz="1300" b="1" dirty="0">
                <a:solidFill>
                  <a:srgbClr val="0B5394"/>
                </a:solidFill>
                <a:latin typeface="Barlow" panose="00000500000000000000" pitchFamily="2" charset="0"/>
                <a:ea typeface="Fira Sans Extra Condensed Medium"/>
                <a:cs typeface="Fira Sans Extra Condensed Medium"/>
                <a:sym typeface="Fira Sans Extra Condensed Medium"/>
              </a:rPr>
              <a:t>Car accident – collision with a barrier</a:t>
            </a:r>
            <a:endParaRPr sz="1300" b="1" dirty="0">
              <a:solidFill>
                <a:srgbClr val="0B5394"/>
              </a:solidFill>
              <a:latin typeface="Barlow" panose="00000500000000000000" pitchFamily="2" charset="0"/>
              <a:ea typeface="Fira Sans Extra Condensed Medium"/>
              <a:cs typeface="Fira Sans Extra Condensed Medium"/>
              <a:sym typeface="Fira Sans Extra Condensed Medium"/>
            </a:endParaRPr>
          </a:p>
        </p:txBody>
      </p:sp>
      <p:grpSp>
        <p:nvGrpSpPr>
          <p:cNvPr id="954" name="קבוצה 953">
            <a:extLst>
              <a:ext uri="{FF2B5EF4-FFF2-40B4-BE49-F238E27FC236}">
                <a16:creationId xmlns:a16="http://schemas.microsoft.com/office/drawing/2014/main" id="{B8DCA117-F0F9-04DE-010D-0AEC2DBBFFA2}"/>
              </a:ext>
            </a:extLst>
          </p:cNvPr>
          <p:cNvGrpSpPr/>
          <p:nvPr/>
        </p:nvGrpSpPr>
        <p:grpSpPr>
          <a:xfrm>
            <a:off x="5960431" y="1160454"/>
            <a:ext cx="1751141" cy="1751141"/>
            <a:chOff x="5615182" y="1185363"/>
            <a:chExt cx="1183800" cy="1183800"/>
          </a:xfrm>
        </p:grpSpPr>
        <p:sp>
          <p:nvSpPr>
            <p:cNvPr id="919" name="Google Shape;107;p16">
              <a:extLst>
                <a:ext uri="{FF2B5EF4-FFF2-40B4-BE49-F238E27FC236}">
                  <a16:creationId xmlns:a16="http://schemas.microsoft.com/office/drawing/2014/main" id="{92E69D4B-AAEE-B2BB-B9CC-C307027549B2}"/>
                </a:ext>
              </a:extLst>
            </p:cNvPr>
            <p:cNvSpPr/>
            <p:nvPr/>
          </p:nvSpPr>
          <p:spPr>
            <a:xfrm>
              <a:off x="5615182" y="1185363"/>
              <a:ext cx="1183800" cy="1183800"/>
            </a:xfrm>
            <a:prstGeom prst="ellipse">
              <a:avLst/>
            </a:prstGeom>
            <a:noFill/>
            <a:ln w="19050" cap="flat" cmpd="sng">
              <a:solidFill>
                <a:srgbClr val="7B7B7B"/>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0" name="Google Shape;108;p16">
              <a:extLst>
                <a:ext uri="{FF2B5EF4-FFF2-40B4-BE49-F238E27FC236}">
                  <a16:creationId xmlns:a16="http://schemas.microsoft.com/office/drawing/2014/main" id="{6BBEE9A9-2E28-2236-E7C8-A86D2241A4AA}"/>
                </a:ext>
              </a:extLst>
            </p:cNvPr>
            <p:cNvSpPr/>
            <p:nvPr/>
          </p:nvSpPr>
          <p:spPr>
            <a:xfrm>
              <a:off x="5697682" y="1267863"/>
              <a:ext cx="1018800" cy="10188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921" name="Google Shape;109;p16">
            <a:extLst>
              <a:ext uri="{FF2B5EF4-FFF2-40B4-BE49-F238E27FC236}">
                <a16:creationId xmlns:a16="http://schemas.microsoft.com/office/drawing/2014/main" id="{5BA2242A-0EE3-ECA4-223D-75F31234D51E}"/>
              </a:ext>
            </a:extLst>
          </p:cNvPr>
          <p:cNvSpPr/>
          <p:nvPr/>
        </p:nvSpPr>
        <p:spPr>
          <a:xfrm>
            <a:off x="6758205" y="3282045"/>
            <a:ext cx="165000" cy="1650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2" name="Google Shape;110;p16">
            <a:extLst>
              <a:ext uri="{FF2B5EF4-FFF2-40B4-BE49-F238E27FC236}">
                <a16:creationId xmlns:a16="http://schemas.microsoft.com/office/drawing/2014/main" id="{4F095227-606F-066E-AEC1-42A77701DB62}"/>
              </a:ext>
            </a:extLst>
          </p:cNvPr>
          <p:cNvSpPr/>
          <p:nvPr/>
        </p:nvSpPr>
        <p:spPr>
          <a:xfrm>
            <a:off x="6792255" y="3512695"/>
            <a:ext cx="96900" cy="969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3" name="Google Shape;111;p16">
            <a:extLst>
              <a:ext uri="{FF2B5EF4-FFF2-40B4-BE49-F238E27FC236}">
                <a16:creationId xmlns:a16="http://schemas.microsoft.com/office/drawing/2014/main" id="{2AA1E9E9-35F4-15A1-F208-CC7581647001}"/>
              </a:ext>
            </a:extLst>
          </p:cNvPr>
          <p:cNvSpPr/>
          <p:nvPr/>
        </p:nvSpPr>
        <p:spPr>
          <a:xfrm>
            <a:off x="6731655" y="2989445"/>
            <a:ext cx="218100" cy="218100"/>
          </a:xfrm>
          <a:prstGeom prst="ellipse">
            <a:avLst/>
          </a:prstGeom>
          <a:solidFill>
            <a:schemeClr val="accent2">
              <a:lumMod val="50000"/>
            </a:schemeClr>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24" name="Google Shape;112;p16">
            <a:extLst>
              <a:ext uri="{FF2B5EF4-FFF2-40B4-BE49-F238E27FC236}">
                <a16:creationId xmlns:a16="http://schemas.microsoft.com/office/drawing/2014/main" id="{5D78F44F-7CFC-3BDD-BDA4-0CA0D3AE9D04}"/>
              </a:ext>
            </a:extLst>
          </p:cNvPr>
          <p:cNvSpPr txBox="1"/>
          <p:nvPr/>
        </p:nvSpPr>
        <p:spPr>
          <a:xfrm>
            <a:off x="5666963" y="3767831"/>
            <a:ext cx="2413591" cy="429601"/>
          </a:xfrm>
          <a:prstGeom prst="rect">
            <a:avLst/>
          </a:prstGeom>
          <a:noFill/>
          <a:ln>
            <a:noFill/>
          </a:ln>
        </p:spPr>
        <p:txBody>
          <a:bodyPr spcFirstLastPara="1" wrap="square" lIns="91425" tIns="91425" rIns="91425" bIns="91425" anchor="ctr" anchorCtr="0">
            <a:noAutofit/>
          </a:bodyPr>
          <a:lstStyle/>
          <a:p>
            <a:pPr algn="ctr"/>
            <a:r>
              <a:rPr lang="en-US" sz="1300" b="1" dirty="0">
                <a:solidFill>
                  <a:srgbClr val="7B7B7B"/>
                </a:solidFill>
                <a:latin typeface="Barlow" panose="00000500000000000000" pitchFamily="2" charset="0"/>
                <a:ea typeface="Fira Sans Extra Condensed Medium"/>
                <a:cs typeface="Fira Sans Extra Condensed Medium"/>
                <a:sym typeface="Fira Sans Extra Condensed Medium"/>
              </a:rPr>
              <a:t>Providing medical</a:t>
            </a:r>
          </a:p>
          <a:p>
            <a:pPr algn="ctr"/>
            <a:r>
              <a:rPr lang="en-US" sz="1300" b="1" dirty="0">
                <a:solidFill>
                  <a:srgbClr val="7B7B7B"/>
                </a:solidFill>
                <a:latin typeface="Barlow" panose="00000500000000000000" pitchFamily="2" charset="0"/>
                <a:ea typeface="Fira Sans Extra Condensed Medium"/>
                <a:cs typeface="Fira Sans Extra Condensed Medium"/>
                <a:sym typeface="Fira Sans Extra Condensed Medium"/>
              </a:rPr>
              <a:t>treatment</a:t>
            </a:r>
            <a:endParaRPr sz="1300" b="1" dirty="0">
              <a:solidFill>
                <a:srgbClr val="7B7B7B"/>
              </a:solidFill>
              <a:latin typeface="Barlow" panose="00000500000000000000" pitchFamily="2" charset="0"/>
              <a:ea typeface="Fira Sans Extra Condensed Medium"/>
              <a:cs typeface="Fira Sans Extra Condensed Medium"/>
              <a:sym typeface="Fira Sans Extra Condensed Medium"/>
            </a:endParaRPr>
          </a:p>
        </p:txBody>
      </p:sp>
      <p:sp>
        <p:nvSpPr>
          <p:cNvPr id="944" name="Google Shape;153;p16">
            <a:extLst>
              <a:ext uri="{FF2B5EF4-FFF2-40B4-BE49-F238E27FC236}">
                <a16:creationId xmlns:a16="http://schemas.microsoft.com/office/drawing/2014/main" id="{7587B039-9C62-9FBC-2BE9-58C6756E3B71}"/>
              </a:ext>
            </a:extLst>
          </p:cNvPr>
          <p:cNvSpPr/>
          <p:nvPr/>
        </p:nvSpPr>
        <p:spPr>
          <a:xfrm rot="5400000">
            <a:off x="3416385" y="1930918"/>
            <a:ext cx="218100" cy="188700"/>
          </a:xfrm>
          <a:prstGeom prst="triangle">
            <a:avLst>
              <a:gd name="adj" fmla="val 50000"/>
            </a:avLst>
          </a:prstGeom>
          <a:solidFill>
            <a:srgbClr val="1BBBE9"/>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45" name="Google Shape;154;p16">
            <a:extLst>
              <a:ext uri="{FF2B5EF4-FFF2-40B4-BE49-F238E27FC236}">
                <a16:creationId xmlns:a16="http://schemas.microsoft.com/office/drawing/2014/main" id="{B0E22021-BB82-DF05-D9ED-D4E1347720F3}"/>
              </a:ext>
            </a:extLst>
          </p:cNvPr>
          <p:cNvSpPr/>
          <p:nvPr/>
        </p:nvSpPr>
        <p:spPr>
          <a:xfrm rot="5400000">
            <a:off x="5652263" y="1930918"/>
            <a:ext cx="218100" cy="188700"/>
          </a:xfrm>
          <a:prstGeom prst="triangle">
            <a:avLst>
              <a:gd name="adj" fmla="val 50000"/>
            </a:avLst>
          </a:prstGeom>
          <a:solidFill>
            <a:srgbClr val="0B5394"/>
          </a:solidFill>
          <a:ln>
            <a:noFill/>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956" name="תיבת טקסט 955">
            <a:extLst>
              <a:ext uri="{FF2B5EF4-FFF2-40B4-BE49-F238E27FC236}">
                <a16:creationId xmlns:a16="http://schemas.microsoft.com/office/drawing/2014/main" id="{4742DF59-1752-CB2D-D3EB-F1E786CE990E}"/>
              </a:ext>
            </a:extLst>
          </p:cNvPr>
          <p:cNvSpPr txBox="1"/>
          <p:nvPr/>
        </p:nvSpPr>
        <p:spPr>
          <a:xfrm>
            <a:off x="1849717" y="3140462"/>
            <a:ext cx="517352" cy="707886"/>
          </a:xfrm>
          <a:prstGeom prst="rect">
            <a:avLst/>
          </a:prstGeom>
          <a:noFill/>
        </p:spPr>
        <p:txBody>
          <a:bodyPr wrap="square" rtlCol="1">
            <a:spAutoFit/>
          </a:bodyPr>
          <a:lstStyle/>
          <a:p>
            <a:pPr algn="ctr"/>
            <a:r>
              <a:rPr lang="he-IL" sz="4000" b="1" dirty="0">
                <a:solidFill>
                  <a:schemeClr val="tx1"/>
                </a:solidFill>
                <a:latin typeface="Amatic SC" panose="00000500000000000000" pitchFamily="2" charset="-79"/>
                <a:cs typeface="Amatic SC" panose="00000500000000000000" pitchFamily="2" charset="-79"/>
              </a:rPr>
              <a:t>01</a:t>
            </a:r>
          </a:p>
        </p:txBody>
      </p:sp>
      <p:sp>
        <p:nvSpPr>
          <p:cNvPr id="957" name="תיבת טקסט 956">
            <a:extLst>
              <a:ext uri="{FF2B5EF4-FFF2-40B4-BE49-F238E27FC236}">
                <a16:creationId xmlns:a16="http://schemas.microsoft.com/office/drawing/2014/main" id="{43B37983-0D46-0BE0-BDEE-0556B1178616}"/>
              </a:ext>
            </a:extLst>
          </p:cNvPr>
          <p:cNvSpPr txBox="1"/>
          <p:nvPr/>
        </p:nvSpPr>
        <p:spPr>
          <a:xfrm>
            <a:off x="4013383" y="3136506"/>
            <a:ext cx="612148" cy="707886"/>
          </a:xfrm>
          <a:prstGeom prst="rect">
            <a:avLst/>
          </a:prstGeom>
          <a:noFill/>
        </p:spPr>
        <p:txBody>
          <a:bodyPr wrap="square" rtlCol="1">
            <a:spAutoFit/>
          </a:bodyPr>
          <a:lstStyle/>
          <a:p>
            <a:pPr algn="ctr"/>
            <a:r>
              <a:rPr lang="he-IL" sz="4000" b="1" dirty="0">
                <a:solidFill>
                  <a:schemeClr val="tx1"/>
                </a:solidFill>
                <a:latin typeface="Amatic SC" panose="00000500000000000000" pitchFamily="2" charset="-79"/>
                <a:cs typeface="Amatic SC" panose="00000500000000000000" pitchFamily="2" charset="-79"/>
              </a:rPr>
              <a:t>02</a:t>
            </a:r>
          </a:p>
        </p:txBody>
      </p:sp>
      <p:sp>
        <p:nvSpPr>
          <p:cNvPr id="958" name="תיבת טקסט 957">
            <a:extLst>
              <a:ext uri="{FF2B5EF4-FFF2-40B4-BE49-F238E27FC236}">
                <a16:creationId xmlns:a16="http://schemas.microsoft.com/office/drawing/2014/main" id="{3A8C7D81-A290-DFC5-1688-89EED83D65C8}"/>
              </a:ext>
            </a:extLst>
          </p:cNvPr>
          <p:cNvSpPr txBox="1"/>
          <p:nvPr/>
        </p:nvSpPr>
        <p:spPr>
          <a:xfrm>
            <a:off x="6313017" y="3136506"/>
            <a:ext cx="517352" cy="707886"/>
          </a:xfrm>
          <a:prstGeom prst="rect">
            <a:avLst/>
          </a:prstGeom>
          <a:noFill/>
        </p:spPr>
        <p:txBody>
          <a:bodyPr wrap="square" rtlCol="1">
            <a:spAutoFit/>
          </a:bodyPr>
          <a:lstStyle/>
          <a:p>
            <a:pPr algn="ctr"/>
            <a:r>
              <a:rPr lang="he-IL" sz="4000" b="1" dirty="0">
                <a:solidFill>
                  <a:schemeClr val="tx1"/>
                </a:solidFill>
                <a:latin typeface="Amatic SC" panose="00000500000000000000" pitchFamily="2" charset="-79"/>
                <a:cs typeface="Amatic SC" panose="00000500000000000000" pitchFamily="2" charset="-79"/>
              </a:rPr>
              <a:t>03</a:t>
            </a:r>
          </a:p>
        </p:txBody>
      </p:sp>
      <p:pic>
        <p:nvPicPr>
          <p:cNvPr id="3" name="תמונה 2" descr="תמונה שמכילה רכב, בחוץ, גלגל, רכב יבשה&#10;&#10;תוכן שנוצר על-ידי בינה מלאכותית עשוי להיות שגוי.">
            <a:extLst>
              <a:ext uri="{FF2B5EF4-FFF2-40B4-BE49-F238E27FC236}">
                <a16:creationId xmlns:a16="http://schemas.microsoft.com/office/drawing/2014/main" id="{B7CAAF04-1759-1518-51A2-691BB09F0E43}"/>
              </a:ext>
            </a:extLst>
          </p:cNvPr>
          <p:cNvPicPr>
            <a:picLocks noChangeAspect="1"/>
          </p:cNvPicPr>
          <p:nvPr/>
        </p:nvPicPr>
        <p:blipFill>
          <a:blip r:embed="rId3"/>
          <a:stretch>
            <a:fillRect/>
          </a:stretch>
        </p:blipFill>
        <p:spPr>
          <a:xfrm>
            <a:off x="1352951" y="986944"/>
            <a:ext cx="2122542" cy="2045803"/>
          </a:xfrm>
          <a:prstGeom prst="ellipse">
            <a:avLst/>
          </a:prstGeom>
          <a:ln>
            <a:noFill/>
          </a:ln>
          <a:effectLst>
            <a:softEdge rad="112500"/>
          </a:effectLst>
        </p:spPr>
      </p:pic>
      <p:pic>
        <p:nvPicPr>
          <p:cNvPr id="9" name="תמונה 8" descr="תמונה שמכילה דגם קנה מידה, צילום מסך, אדום, מכונית&#10;&#10;תוכן שנוצר על-ידי בינה מלאכותית עשוי להיות שגוי.">
            <a:extLst>
              <a:ext uri="{FF2B5EF4-FFF2-40B4-BE49-F238E27FC236}">
                <a16:creationId xmlns:a16="http://schemas.microsoft.com/office/drawing/2014/main" id="{0B602C7D-0F88-17F5-F973-FE87CBA11AD7}"/>
              </a:ext>
            </a:extLst>
          </p:cNvPr>
          <p:cNvPicPr>
            <a:picLocks noChangeAspect="1"/>
          </p:cNvPicPr>
          <p:nvPr/>
        </p:nvPicPr>
        <p:blipFill>
          <a:blip r:embed="rId4"/>
          <a:stretch>
            <a:fillRect/>
          </a:stretch>
        </p:blipFill>
        <p:spPr>
          <a:xfrm>
            <a:off x="3542221" y="1042430"/>
            <a:ext cx="2146116" cy="2014958"/>
          </a:xfrm>
          <a:prstGeom prst="ellipse">
            <a:avLst/>
          </a:prstGeom>
          <a:ln>
            <a:noFill/>
          </a:ln>
          <a:effectLst>
            <a:softEdge rad="112500"/>
          </a:effectLst>
        </p:spPr>
      </p:pic>
      <p:pic>
        <p:nvPicPr>
          <p:cNvPr id="11" name="תמונה 10" descr="תמונה שמכילה הנדסת חשמל, חיווט חשמלי, רכיב מעגל חשמלי, חשמל&#10;&#10;תוכן שנוצר על-ידי בינה מלאכותית עשוי להיות שגוי.">
            <a:extLst>
              <a:ext uri="{FF2B5EF4-FFF2-40B4-BE49-F238E27FC236}">
                <a16:creationId xmlns:a16="http://schemas.microsoft.com/office/drawing/2014/main" id="{4F612BF6-69F6-05FC-EEE5-28F382F0995A}"/>
              </a:ext>
            </a:extLst>
          </p:cNvPr>
          <p:cNvPicPr>
            <a:picLocks noChangeAspect="1"/>
          </p:cNvPicPr>
          <p:nvPr/>
        </p:nvPicPr>
        <p:blipFill>
          <a:blip r:embed="rId5"/>
          <a:stretch>
            <a:fillRect/>
          </a:stretch>
        </p:blipFill>
        <p:spPr>
          <a:xfrm rot="16200000">
            <a:off x="5752280" y="1043692"/>
            <a:ext cx="2079950" cy="1898159"/>
          </a:xfrm>
          <a:prstGeom prst="ellipse">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1805795" y="286717"/>
            <a:ext cx="3884945" cy="790414"/>
          </a:xfrm>
          <a:prstGeom prst="rect">
            <a:avLst/>
          </a:prstGeom>
        </p:spPr>
        <p:txBody>
          <a:bodyPr spcFirstLastPara="1" wrap="square" lIns="91425" tIns="91425" rIns="91425" bIns="91425" anchor="ctr" anchorCtr="0">
            <a:noAutofit/>
          </a:bodyPr>
          <a:lstStyle/>
          <a:p>
            <a:pPr algn="ctr"/>
            <a:r>
              <a:rPr lang="en-GB" sz="3000" b="1" dirty="0">
                <a:solidFill>
                  <a:srgbClr val="1BBBE9"/>
                </a:solidFill>
                <a:latin typeface="Barlow" panose="00000500000000000000" pitchFamily="2" charset="0"/>
                <a:ea typeface="Fira Sans Extra Condensed Medium"/>
                <a:cs typeface="Fira Sans Extra Condensed Medium"/>
                <a:sym typeface="Fira Sans Extra Condensed Medium"/>
              </a:rPr>
              <a:t>Driving the vehicle</a:t>
            </a:r>
          </a:p>
        </p:txBody>
      </p:sp>
      <p:sp>
        <p:nvSpPr>
          <p:cNvPr id="915" name="Google Shape;915;p40"/>
          <p:cNvSpPr txBox="1">
            <a:spLocks noGrp="1"/>
          </p:cNvSpPr>
          <p:nvPr>
            <p:ph type="title" idx="2"/>
          </p:nvPr>
        </p:nvSpPr>
        <p:spPr>
          <a:xfrm>
            <a:off x="1321295" y="-54244"/>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b="1" dirty="0">
                <a:latin typeface="Amatic SC" panose="00000500000000000000" pitchFamily="2" charset="-79"/>
                <a:cs typeface="Amatic SC" panose="00000500000000000000" pitchFamily="2" charset="-79"/>
              </a:rPr>
              <a:t>01</a:t>
            </a:r>
            <a:endParaRPr sz="4400" b="1" dirty="0">
              <a:latin typeface="Amatic SC" panose="00000500000000000000" pitchFamily="2" charset="-79"/>
              <a:cs typeface="Amatic SC" panose="00000500000000000000" pitchFamily="2" charset="-79"/>
            </a:endParaRPr>
          </a:p>
        </p:txBody>
      </p:sp>
      <p:cxnSp>
        <p:nvCxnSpPr>
          <p:cNvPr id="3" name="מחבר: מרפקי 2">
            <a:extLst>
              <a:ext uri="{FF2B5EF4-FFF2-40B4-BE49-F238E27FC236}">
                <a16:creationId xmlns:a16="http://schemas.microsoft.com/office/drawing/2014/main" id="{A0CC0D08-D6D3-626D-F63B-513E4EDDBD99}"/>
              </a:ext>
            </a:extLst>
          </p:cNvPr>
          <p:cNvCxnSpPr>
            <a:cxnSpLocks/>
          </p:cNvCxnSpPr>
          <p:nvPr/>
        </p:nvCxnSpPr>
        <p:spPr>
          <a:xfrm rot="5400000">
            <a:off x="875654" y="2371244"/>
            <a:ext cx="3386384" cy="798158"/>
          </a:xfrm>
          <a:prstGeom prst="bentConnector3">
            <a:avLst/>
          </a:prstGeom>
          <a:ln>
            <a:solidFill>
              <a:srgbClr val="7B7B7B"/>
            </a:solidFill>
            <a:prstDash val="dash"/>
          </a:ln>
        </p:spPr>
        <p:style>
          <a:lnRef idx="1">
            <a:schemeClr val="accent1"/>
          </a:lnRef>
          <a:fillRef idx="0">
            <a:schemeClr val="accent1"/>
          </a:fillRef>
          <a:effectRef idx="0">
            <a:schemeClr val="accent1"/>
          </a:effectRef>
          <a:fontRef idx="minor">
            <a:schemeClr val="tx1"/>
          </a:fontRef>
        </p:style>
      </p:cxnSp>
      <p:sp>
        <p:nvSpPr>
          <p:cNvPr id="8" name="Google Shape;112;p16">
            <a:extLst>
              <a:ext uri="{FF2B5EF4-FFF2-40B4-BE49-F238E27FC236}">
                <a16:creationId xmlns:a16="http://schemas.microsoft.com/office/drawing/2014/main" id="{20D3A42F-9109-6B00-4700-93CEB86A87E7}"/>
              </a:ext>
            </a:extLst>
          </p:cNvPr>
          <p:cNvSpPr txBox="1"/>
          <p:nvPr/>
        </p:nvSpPr>
        <p:spPr>
          <a:xfrm>
            <a:off x="0" y="1015699"/>
            <a:ext cx="2967925" cy="1712003"/>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What the Scenario Represents</a:t>
            </a:r>
          </a:p>
          <a:p>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a:p>
            <a:r>
              <a:rPr lang="en-US" sz="1200" dirty="0">
                <a:solidFill>
                  <a:schemeClr val="tx1"/>
                </a:solidFill>
                <a:latin typeface="Barlow" panose="00000500000000000000" pitchFamily="2" charset="0"/>
                <a:ea typeface="Fira Sans Extra Condensed Medium"/>
                <a:cs typeface="Fira Sans Extra Condensed Medium"/>
                <a:sym typeface="Fira Sans Extra Condensed Medium"/>
              </a:rPr>
              <a:t>The simulation represents a routine situation where the user is part of an everyday car driving scenario before a medical emergency occurs, allowing for a natural integration into the scene.</a:t>
            </a:r>
            <a:endParaRPr sz="12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sp>
        <p:nvSpPr>
          <p:cNvPr id="9" name="Google Shape;112;p16">
            <a:extLst>
              <a:ext uri="{FF2B5EF4-FFF2-40B4-BE49-F238E27FC236}">
                <a16:creationId xmlns:a16="http://schemas.microsoft.com/office/drawing/2014/main" id="{A565F328-47F4-D163-F159-9124EF32C7AF}"/>
              </a:ext>
            </a:extLst>
          </p:cNvPr>
          <p:cNvSpPr txBox="1"/>
          <p:nvPr/>
        </p:nvSpPr>
        <p:spPr>
          <a:xfrm>
            <a:off x="2967924" y="1015698"/>
            <a:ext cx="5810315" cy="3206655"/>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Technological Implementation</a:t>
            </a:r>
          </a:p>
          <a:p>
            <a:pPr marL="285750" indent="-285750">
              <a:buFont typeface="Arial" panose="020B0604020202020204" pitchFamily="34" charset="0"/>
              <a:buChar char="•"/>
            </a:pPr>
            <a:r>
              <a:rPr lang="en-US" sz="1600" dirty="0">
                <a:latin typeface="Barlow" panose="00000500000000000000" pitchFamily="2" charset="0"/>
              </a:rPr>
              <a:t>Built using Unity and C#.</a:t>
            </a:r>
          </a:p>
          <a:p>
            <a:pPr marL="285750" indent="-285750">
              <a:buFont typeface="Arial" panose="020B0604020202020204" pitchFamily="34" charset="0"/>
              <a:buChar char="•"/>
            </a:pPr>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a:t>Utilized the Car Controller asset for vehicle movement (acceleration, braking, steering).</a:t>
            </a:r>
          </a:p>
          <a:p>
            <a:pPr marL="285750" indent="-285750">
              <a:buFont typeface="Arial" panose="020B0604020202020204" pitchFamily="34" charset="0"/>
              <a:buChar char="•"/>
            </a:pPr>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a:t>Implemented </a:t>
            </a:r>
            <a:r>
              <a:rPr lang="en-US" sz="1600" dirty="0" err="1"/>
              <a:t>Rigidbody</a:t>
            </a:r>
            <a:r>
              <a:rPr lang="en-US" sz="1600" dirty="0"/>
              <a:t> and </a:t>
            </a:r>
            <a:r>
              <a:rPr lang="en-US" sz="1600" dirty="0" err="1"/>
              <a:t>WheelColliders</a:t>
            </a:r>
            <a:r>
              <a:rPr lang="en-US" sz="1600" dirty="0"/>
              <a:t> for realistic car physics and interactions.</a:t>
            </a:r>
          </a:p>
          <a:p>
            <a:pPr marL="285750" indent="-285750">
              <a:buFont typeface="Arial" panose="020B0604020202020204" pitchFamily="34" charset="0"/>
              <a:buChar char="•"/>
            </a:pPr>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a:t>Developed a custom camera script to dynamically follow the car and adjust angles smoothly.</a:t>
            </a:r>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grpSp>
        <p:nvGrpSpPr>
          <p:cNvPr id="21" name="קבוצה 20">
            <a:extLst>
              <a:ext uri="{FF2B5EF4-FFF2-40B4-BE49-F238E27FC236}">
                <a16:creationId xmlns:a16="http://schemas.microsoft.com/office/drawing/2014/main" id="{1EC13B75-1D84-2F6D-9797-5229E6E69175}"/>
              </a:ext>
            </a:extLst>
          </p:cNvPr>
          <p:cNvGrpSpPr/>
          <p:nvPr/>
        </p:nvGrpSpPr>
        <p:grpSpPr>
          <a:xfrm>
            <a:off x="69246" y="2945241"/>
            <a:ext cx="1979394" cy="1277111"/>
            <a:chOff x="4365747" y="1322922"/>
            <a:chExt cx="3575677" cy="2307038"/>
          </a:xfrm>
        </p:grpSpPr>
        <p:grpSp>
          <p:nvGrpSpPr>
            <p:cNvPr id="15" name="Google Shape;1286;p54">
              <a:extLst>
                <a:ext uri="{FF2B5EF4-FFF2-40B4-BE49-F238E27FC236}">
                  <a16:creationId xmlns:a16="http://schemas.microsoft.com/office/drawing/2014/main" id="{C2D09078-1481-3420-CE07-3BDC8E9177F0}"/>
                </a:ext>
              </a:extLst>
            </p:cNvPr>
            <p:cNvGrpSpPr/>
            <p:nvPr/>
          </p:nvGrpSpPr>
          <p:grpSpPr>
            <a:xfrm>
              <a:off x="4365747" y="1322922"/>
              <a:ext cx="3575677" cy="2307038"/>
              <a:chOff x="4489026" y="1269550"/>
              <a:chExt cx="3696173" cy="2384782"/>
            </a:xfrm>
          </p:grpSpPr>
          <p:sp>
            <p:nvSpPr>
              <p:cNvPr id="16" name="Google Shape;1287;p54">
                <a:extLst>
                  <a:ext uri="{FF2B5EF4-FFF2-40B4-BE49-F238E27FC236}">
                    <a16:creationId xmlns:a16="http://schemas.microsoft.com/office/drawing/2014/main" id="{CC758CB4-115F-F273-0625-B68047262A9A}"/>
                  </a:ext>
                </a:extLst>
              </p:cNvPr>
              <p:cNvSpPr/>
              <p:nvPr/>
            </p:nvSpPr>
            <p:spPr>
              <a:xfrm>
                <a:off x="4601661" y="1269550"/>
                <a:ext cx="3470886" cy="2132617"/>
              </a:xfrm>
              <a:custGeom>
                <a:avLst/>
                <a:gdLst/>
                <a:ahLst/>
                <a:cxnLst/>
                <a:rect l="l" t="t" r="r" b="b"/>
                <a:pathLst>
                  <a:path w="163895" h="100702" extrusionOk="0">
                    <a:moveTo>
                      <a:pt x="8116" y="0"/>
                    </a:moveTo>
                    <a:cubicBezTo>
                      <a:pt x="3557" y="0"/>
                      <a:pt x="0" y="3678"/>
                      <a:pt x="0" y="8238"/>
                    </a:cubicBezTo>
                    <a:lnTo>
                      <a:pt x="0" y="100701"/>
                    </a:lnTo>
                    <a:lnTo>
                      <a:pt x="163894" y="100701"/>
                    </a:lnTo>
                    <a:lnTo>
                      <a:pt x="163894" y="8238"/>
                    </a:lnTo>
                    <a:cubicBezTo>
                      <a:pt x="163894" y="3678"/>
                      <a:pt x="160338" y="0"/>
                      <a:pt x="155778"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288;p54">
                <a:extLst>
                  <a:ext uri="{FF2B5EF4-FFF2-40B4-BE49-F238E27FC236}">
                    <a16:creationId xmlns:a16="http://schemas.microsoft.com/office/drawing/2014/main" id="{213D8876-9785-513E-0F8C-6CEEBB749D68}"/>
                  </a:ext>
                </a:extLst>
              </p:cNvPr>
              <p:cNvSpPr/>
              <p:nvPr/>
            </p:nvSpPr>
            <p:spPr>
              <a:xfrm>
                <a:off x="4489026" y="3399406"/>
                <a:ext cx="3696173" cy="112664"/>
              </a:xfrm>
              <a:custGeom>
                <a:avLst/>
                <a:gdLst/>
                <a:ahLst/>
                <a:cxnLst/>
                <a:rect l="l" t="t" r="r" b="b"/>
                <a:pathLst>
                  <a:path w="174533" h="5320" extrusionOk="0">
                    <a:moveTo>
                      <a:pt x="0" y="0"/>
                    </a:moveTo>
                    <a:lnTo>
                      <a:pt x="0" y="5320"/>
                    </a:lnTo>
                    <a:lnTo>
                      <a:pt x="174532" y="5320"/>
                    </a:lnTo>
                    <a:lnTo>
                      <a:pt x="174532"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289;p54">
                <a:extLst>
                  <a:ext uri="{FF2B5EF4-FFF2-40B4-BE49-F238E27FC236}">
                    <a16:creationId xmlns:a16="http://schemas.microsoft.com/office/drawing/2014/main" id="{4D162774-6369-BB15-833D-02A949F5F9E7}"/>
                  </a:ext>
                </a:extLst>
              </p:cNvPr>
              <p:cNvSpPr/>
              <p:nvPr/>
            </p:nvSpPr>
            <p:spPr>
              <a:xfrm>
                <a:off x="4489026" y="3512041"/>
                <a:ext cx="3696173" cy="142292"/>
              </a:xfrm>
              <a:custGeom>
                <a:avLst/>
                <a:gdLst/>
                <a:ahLst/>
                <a:cxnLst/>
                <a:rect l="l" t="t" r="r" b="b"/>
                <a:pathLst>
                  <a:path w="174533" h="6719" extrusionOk="0">
                    <a:moveTo>
                      <a:pt x="0" y="1"/>
                    </a:moveTo>
                    <a:cubicBezTo>
                      <a:pt x="3040" y="4165"/>
                      <a:pt x="8876" y="6718"/>
                      <a:pt x="15350" y="6718"/>
                    </a:cubicBezTo>
                    <a:lnTo>
                      <a:pt x="159213" y="6718"/>
                    </a:lnTo>
                    <a:cubicBezTo>
                      <a:pt x="165657" y="6718"/>
                      <a:pt x="171493" y="4165"/>
                      <a:pt x="17453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90;p54">
                <a:extLst>
                  <a:ext uri="{FF2B5EF4-FFF2-40B4-BE49-F238E27FC236}">
                    <a16:creationId xmlns:a16="http://schemas.microsoft.com/office/drawing/2014/main" id="{2215DE85-63ED-258E-22BC-540FC6A5897C}"/>
                  </a:ext>
                </a:extLst>
              </p:cNvPr>
              <p:cNvSpPr/>
              <p:nvPr/>
            </p:nvSpPr>
            <p:spPr>
              <a:xfrm>
                <a:off x="6250185" y="1346150"/>
                <a:ext cx="173700" cy="600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 name="Google Shape;1291;p54">
              <a:extLst>
                <a:ext uri="{FF2B5EF4-FFF2-40B4-BE49-F238E27FC236}">
                  <a16:creationId xmlns:a16="http://schemas.microsoft.com/office/drawing/2014/main" id="{7A48FFFE-C2B8-3275-482D-EFD36BB73B49}"/>
                </a:ext>
              </a:extLst>
            </p:cNvPr>
            <p:cNvPicPr preferRelativeResize="0"/>
            <p:nvPr/>
          </p:nvPicPr>
          <p:blipFill>
            <a:blip r:embed="rId3">
              <a:alphaModFix/>
            </a:blip>
            <a:stretch>
              <a:fillRect/>
            </a:stretch>
          </p:blipFill>
          <p:spPr>
            <a:xfrm>
              <a:off x="4687386" y="1563400"/>
              <a:ext cx="2932400" cy="1649475"/>
            </a:xfrm>
            <a:prstGeom prst="rect">
              <a:avLst/>
            </a:prstGeom>
            <a:noFill/>
            <a:ln w="9525" cap="flat" cmpd="sng">
              <a:solidFill>
                <a:schemeClr val="dk1"/>
              </a:solidFill>
              <a:prstDash val="solid"/>
              <a:round/>
              <a:headEnd type="none" w="sm" len="sm"/>
              <a:tailEnd type="none" w="sm" len="sm"/>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3">
          <a:extLst>
            <a:ext uri="{FF2B5EF4-FFF2-40B4-BE49-F238E27FC236}">
              <a16:creationId xmlns:a16="http://schemas.microsoft.com/office/drawing/2014/main" id="{60D2731D-A3E0-B7D6-1866-3D6F4CE70D37}"/>
            </a:ext>
          </a:extLst>
        </p:cNvPr>
        <p:cNvGrpSpPr/>
        <p:nvPr/>
      </p:nvGrpSpPr>
      <p:grpSpPr>
        <a:xfrm>
          <a:off x="0" y="0"/>
          <a:ext cx="0" cy="0"/>
          <a:chOff x="0" y="0"/>
          <a:chExt cx="0" cy="0"/>
        </a:xfrm>
      </p:grpSpPr>
      <p:sp>
        <p:nvSpPr>
          <p:cNvPr id="914" name="Google Shape;914;p40">
            <a:extLst>
              <a:ext uri="{FF2B5EF4-FFF2-40B4-BE49-F238E27FC236}">
                <a16:creationId xmlns:a16="http://schemas.microsoft.com/office/drawing/2014/main" id="{E7E58D6E-B73D-5915-92FE-76444553B2CA}"/>
              </a:ext>
            </a:extLst>
          </p:cNvPr>
          <p:cNvSpPr txBox="1">
            <a:spLocks noGrp="1"/>
          </p:cNvSpPr>
          <p:nvPr>
            <p:ph type="title"/>
          </p:nvPr>
        </p:nvSpPr>
        <p:spPr>
          <a:xfrm>
            <a:off x="1805795" y="286717"/>
            <a:ext cx="2541480" cy="790414"/>
          </a:xfrm>
          <a:prstGeom prst="rect">
            <a:avLst/>
          </a:prstGeom>
        </p:spPr>
        <p:txBody>
          <a:bodyPr spcFirstLastPara="1" wrap="square" lIns="91425" tIns="91425" rIns="91425" bIns="91425" anchor="ctr" anchorCtr="0">
            <a:noAutofit/>
          </a:bodyPr>
          <a:lstStyle/>
          <a:p>
            <a:pPr algn="ctr"/>
            <a:r>
              <a:rPr lang="en-US" sz="3000" b="1" dirty="0">
                <a:solidFill>
                  <a:srgbClr val="0B5394"/>
                </a:solidFill>
                <a:latin typeface="Barlow" panose="00000500000000000000" pitchFamily="2" charset="0"/>
                <a:ea typeface="Fira Sans Extra Condensed Medium"/>
                <a:cs typeface="Fira Sans Extra Condensed Medium"/>
                <a:sym typeface="Fira Sans Extra Condensed Medium"/>
              </a:rPr>
              <a:t>Car accident</a:t>
            </a:r>
          </a:p>
        </p:txBody>
      </p:sp>
      <p:sp>
        <p:nvSpPr>
          <p:cNvPr id="915" name="Google Shape;915;p40">
            <a:extLst>
              <a:ext uri="{FF2B5EF4-FFF2-40B4-BE49-F238E27FC236}">
                <a16:creationId xmlns:a16="http://schemas.microsoft.com/office/drawing/2014/main" id="{8E469C9A-AA5E-DB27-A633-337964F1453A}"/>
              </a:ext>
            </a:extLst>
          </p:cNvPr>
          <p:cNvSpPr txBox="1">
            <a:spLocks noGrp="1"/>
          </p:cNvSpPr>
          <p:nvPr>
            <p:ph type="title" idx="2"/>
          </p:nvPr>
        </p:nvSpPr>
        <p:spPr>
          <a:xfrm>
            <a:off x="1321295" y="-54244"/>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b="1" dirty="0">
                <a:latin typeface="Amatic SC" panose="00000500000000000000" pitchFamily="2" charset="-79"/>
                <a:cs typeface="Amatic SC" panose="00000500000000000000" pitchFamily="2" charset="-79"/>
              </a:rPr>
              <a:t>02</a:t>
            </a:r>
            <a:endParaRPr sz="4400" b="1" dirty="0">
              <a:latin typeface="Amatic SC" panose="00000500000000000000" pitchFamily="2" charset="-79"/>
              <a:cs typeface="Amatic SC" panose="00000500000000000000" pitchFamily="2" charset="-79"/>
            </a:endParaRPr>
          </a:p>
        </p:txBody>
      </p:sp>
      <p:cxnSp>
        <p:nvCxnSpPr>
          <p:cNvPr id="3" name="מחבר: מרפקי 2">
            <a:extLst>
              <a:ext uri="{FF2B5EF4-FFF2-40B4-BE49-F238E27FC236}">
                <a16:creationId xmlns:a16="http://schemas.microsoft.com/office/drawing/2014/main" id="{492F35B5-8BA4-DAC0-DFDA-87C0EBE3FE30}"/>
              </a:ext>
            </a:extLst>
          </p:cNvPr>
          <p:cNvCxnSpPr>
            <a:cxnSpLocks/>
            <a:stCxn id="914" idx="2"/>
          </p:cNvCxnSpPr>
          <p:nvPr/>
        </p:nvCxnSpPr>
        <p:spPr>
          <a:xfrm rot="5400000">
            <a:off x="929958" y="2316938"/>
            <a:ext cx="3386384" cy="906770"/>
          </a:xfrm>
          <a:prstGeom prst="bentConnector3">
            <a:avLst/>
          </a:prstGeom>
          <a:ln>
            <a:solidFill>
              <a:srgbClr val="7B7B7B"/>
            </a:solidFill>
            <a:prstDash val="dash"/>
          </a:ln>
        </p:spPr>
        <p:style>
          <a:lnRef idx="1">
            <a:schemeClr val="accent1"/>
          </a:lnRef>
          <a:fillRef idx="0">
            <a:schemeClr val="accent1"/>
          </a:fillRef>
          <a:effectRef idx="0">
            <a:schemeClr val="accent1"/>
          </a:effectRef>
          <a:fontRef idx="minor">
            <a:schemeClr val="tx1"/>
          </a:fontRef>
        </p:style>
      </p:cxnSp>
      <p:sp>
        <p:nvSpPr>
          <p:cNvPr id="8" name="Google Shape;112;p16">
            <a:extLst>
              <a:ext uri="{FF2B5EF4-FFF2-40B4-BE49-F238E27FC236}">
                <a16:creationId xmlns:a16="http://schemas.microsoft.com/office/drawing/2014/main" id="{59343617-D228-A2A1-67B5-A7A8D40C2216}"/>
              </a:ext>
            </a:extLst>
          </p:cNvPr>
          <p:cNvSpPr txBox="1"/>
          <p:nvPr/>
        </p:nvSpPr>
        <p:spPr>
          <a:xfrm>
            <a:off x="0" y="1015699"/>
            <a:ext cx="3076536" cy="1712003"/>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What the Scenario Represents</a:t>
            </a:r>
          </a:p>
          <a:p>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a:p>
            <a:r>
              <a:rPr lang="en-US" sz="1200" dirty="0">
                <a:solidFill>
                  <a:schemeClr val="tx1"/>
                </a:solidFill>
                <a:latin typeface="Barlow" panose="00000500000000000000" pitchFamily="2" charset="0"/>
                <a:ea typeface="Fira Sans Extra Condensed Medium"/>
                <a:cs typeface="Fira Sans Extra Condensed Medium"/>
                <a:sym typeface="Fira Sans Extra Condensed Medium"/>
              </a:rPr>
              <a:t>The simulation illustrates a sudden injury situation caused by an accident, emphasizing the need for an immediate medical response and decision-making under pressure.</a:t>
            </a:r>
            <a:endParaRPr sz="12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sp>
        <p:nvSpPr>
          <p:cNvPr id="9" name="Google Shape;112;p16">
            <a:extLst>
              <a:ext uri="{FF2B5EF4-FFF2-40B4-BE49-F238E27FC236}">
                <a16:creationId xmlns:a16="http://schemas.microsoft.com/office/drawing/2014/main" id="{7F01EE03-1A28-4200-CA4A-7DB59E0777DB}"/>
              </a:ext>
            </a:extLst>
          </p:cNvPr>
          <p:cNvSpPr txBox="1"/>
          <p:nvPr/>
        </p:nvSpPr>
        <p:spPr>
          <a:xfrm>
            <a:off x="3091913" y="1015698"/>
            <a:ext cx="5922522" cy="3278005"/>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Technological Implementation</a:t>
            </a:r>
          </a:p>
          <a:p>
            <a:endParaRPr lang="en-US" sz="1200" b="1"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a:t>Accident detection is handled using Unity’s physics system.</a:t>
            </a:r>
          </a:p>
          <a:p>
            <a:pPr marL="285750" indent="-285750">
              <a:buFont typeface="Arial" panose="020B0604020202020204" pitchFamily="34" charset="0"/>
              <a:buChar char="•"/>
            </a:pPr>
            <a:endParaRPr lang="en-US" sz="1600" b="1"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err="1"/>
              <a:t>OnCollisionEnter</a:t>
            </a:r>
            <a:r>
              <a:rPr lang="en-US" sz="1600" dirty="0"/>
              <a:t> function triggers when the car collides with a designated object (e.g., a barrier).</a:t>
            </a:r>
          </a:p>
          <a:p>
            <a:pPr marL="285750" indent="-285750">
              <a:buFont typeface="Arial" panose="020B0604020202020204" pitchFamily="34" charset="0"/>
              <a:buChar char="•"/>
            </a:pPr>
            <a:endParaRPr lang="en-US" sz="1600" b="1"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285750" indent="-285750">
              <a:buFont typeface="Arial" panose="020B0604020202020204" pitchFamily="34" charset="0"/>
              <a:buChar char="•"/>
            </a:pPr>
            <a:r>
              <a:rPr lang="en-US" sz="1600" dirty="0"/>
              <a:t>A camera shake effect enhances the collision realism.</a:t>
            </a:r>
          </a:p>
          <a:p>
            <a:endParaRPr lang="en-US" sz="1600" b="1" dirty="0">
              <a:solidFill>
                <a:schemeClr val="tx1"/>
              </a:solidFill>
              <a:latin typeface="Barlow" panose="00000500000000000000" pitchFamily="2" charset="0"/>
              <a:ea typeface="Fira Sans Extra Condensed Medium"/>
              <a:cs typeface="Fira Sans Extra Condensed Medium"/>
              <a:sym typeface="Fira Sans Extra Condensed Medium"/>
            </a:endParaRPr>
          </a:p>
          <a:p>
            <a:endParaRPr lang="en-US" sz="1200" b="1"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grpSp>
        <p:nvGrpSpPr>
          <p:cNvPr id="7" name="קבוצה 6">
            <a:extLst>
              <a:ext uri="{FF2B5EF4-FFF2-40B4-BE49-F238E27FC236}">
                <a16:creationId xmlns:a16="http://schemas.microsoft.com/office/drawing/2014/main" id="{706DE377-52C4-2A9D-FE32-D55657AF606E}"/>
              </a:ext>
            </a:extLst>
          </p:cNvPr>
          <p:cNvGrpSpPr/>
          <p:nvPr/>
        </p:nvGrpSpPr>
        <p:grpSpPr>
          <a:xfrm>
            <a:off x="69246" y="2945241"/>
            <a:ext cx="1979394" cy="1277111"/>
            <a:chOff x="4365747" y="1322922"/>
            <a:chExt cx="3575677" cy="2307038"/>
          </a:xfrm>
        </p:grpSpPr>
        <p:grpSp>
          <p:nvGrpSpPr>
            <p:cNvPr id="10" name="Google Shape;1286;p54">
              <a:extLst>
                <a:ext uri="{FF2B5EF4-FFF2-40B4-BE49-F238E27FC236}">
                  <a16:creationId xmlns:a16="http://schemas.microsoft.com/office/drawing/2014/main" id="{79842E1F-CA3C-6E2A-C4C4-1096087C3D15}"/>
                </a:ext>
              </a:extLst>
            </p:cNvPr>
            <p:cNvGrpSpPr/>
            <p:nvPr/>
          </p:nvGrpSpPr>
          <p:grpSpPr>
            <a:xfrm>
              <a:off x="4365747" y="1322922"/>
              <a:ext cx="3575677" cy="2307038"/>
              <a:chOff x="4489026" y="1269550"/>
              <a:chExt cx="3696173" cy="2384782"/>
            </a:xfrm>
          </p:grpSpPr>
          <p:sp>
            <p:nvSpPr>
              <p:cNvPr id="12" name="Google Shape;1287;p54">
                <a:extLst>
                  <a:ext uri="{FF2B5EF4-FFF2-40B4-BE49-F238E27FC236}">
                    <a16:creationId xmlns:a16="http://schemas.microsoft.com/office/drawing/2014/main" id="{4A4F67FA-25E0-78A2-189E-29D51E5C0A26}"/>
                  </a:ext>
                </a:extLst>
              </p:cNvPr>
              <p:cNvSpPr/>
              <p:nvPr/>
            </p:nvSpPr>
            <p:spPr>
              <a:xfrm>
                <a:off x="4601661" y="1269550"/>
                <a:ext cx="3470886" cy="2132617"/>
              </a:xfrm>
              <a:custGeom>
                <a:avLst/>
                <a:gdLst/>
                <a:ahLst/>
                <a:cxnLst/>
                <a:rect l="l" t="t" r="r" b="b"/>
                <a:pathLst>
                  <a:path w="163895" h="100702" extrusionOk="0">
                    <a:moveTo>
                      <a:pt x="8116" y="0"/>
                    </a:moveTo>
                    <a:cubicBezTo>
                      <a:pt x="3557" y="0"/>
                      <a:pt x="0" y="3678"/>
                      <a:pt x="0" y="8238"/>
                    </a:cubicBezTo>
                    <a:lnTo>
                      <a:pt x="0" y="100701"/>
                    </a:lnTo>
                    <a:lnTo>
                      <a:pt x="163894" y="100701"/>
                    </a:lnTo>
                    <a:lnTo>
                      <a:pt x="163894" y="8238"/>
                    </a:lnTo>
                    <a:cubicBezTo>
                      <a:pt x="163894" y="3678"/>
                      <a:pt x="160338" y="0"/>
                      <a:pt x="155778"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288;p54">
                <a:extLst>
                  <a:ext uri="{FF2B5EF4-FFF2-40B4-BE49-F238E27FC236}">
                    <a16:creationId xmlns:a16="http://schemas.microsoft.com/office/drawing/2014/main" id="{264824A9-5F63-7B05-1E32-4D27174603EC}"/>
                  </a:ext>
                </a:extLst>
              </p:cNvPr>
              <p:cNvSpPr/>
              <p:nvPr/>
            </p:nvSpPr>
            <p:spPr>
              <a:xfrm>
                <a:off x="4489026" y="3399406"/>
                <a:ext cx="3696173" cy="112664"/>
              </a:xfrm>
              <a:custGeom>
                <a:avLst/>
                <a:gdLst/>
                <a:ahLst/>
                <a:cxnLst/>
                <a:rect l="l" t="t" r="r" b="b"/>
                <a:pathLst>
                  <a:path w="174533" h="5320" extrusionOk="0">
                    <a:moveTo>
                      <a:pt x="0" y="0"/>
                    </a:moveTo>
                    <a:lnTo>
                      <a:pt x="0" y="5320"/>
                    </a:lnTo>
                    <a:lnTo>
                      <a:pt x="174532" y="5320"/>
                    </a:lnTo>
                    <a:lnTo>
                      <a:pt x="174532"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89;p54">
                <a:extLst>
                  <a:ext uri="{FF2B5EF4-FFF2-40B4-BE49-F238E27FC236}">
                    <a16:creationId xmlns:a16="http://schemas.microsoft.com/office/drawing/2014/main" id="{4DB84B78-B116-6487-DE6F-6C6E967A4FDD}"/>
                  </a:ext>
                </a:extLst>
              </p:cNvPr>
              <p:cNvSpPr/>
              <p:nvPr/>
            </p:nvSpPr>
            <p:spPr>
              <a:xfrm>
                <a:off x="4489026" y="3512041"/>
                <a:ext cx="3696173" cy="142292"/>
              </a:xfrm>
              <a:custGeom>
                <a:avLst/>
                <a:gdLst/>
                <a:ahLst/>
                <a:cxnLst/>
                <a:rect l="l" t="t" r="r" b="b"/>
                <a:pathLst>
                  <a:path w="174533" h="6719" extrusionOk="0">
                    <a:moveTo>
                      <a:pt x="0" y="1"/>
                    </a:moveTo>
                    <a:cubicBezTo>
                      <a:pt x="3040" y="4165"/>
                      <a:pt x="8876" y="6718"/>
                      <a:pt x="15350" y="6718"/>
                    </a:cubicBezTo>
                    <a:lnTo>
                      <a:pt x="159213" y="6718"/>
                    </a:lnTo>
                    <a:cubicBezTo>
                      <a:pt x="165657" y="6718"/>
                      <a:pt x="171493" y="4165"/>
                      <a:pt x="17453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90;p54">
                <a:extLst>
                  <a:ext uri="{FF2B5EF4-FFF2-40B4-BE49-F238E27FC236}">
                    <a16:creationId xmlns:a16="http://schemas.microsoft.com/office/drawing/2014/main" id="{A87B11F0-E5FB-50C8-C59A-2ADE5321098E}"/>
                  </a:ext>
                </a:extLst>
              </p:cNvPr>
              <p:cNvSpPr/>
              <p:nvPr/>
            </p:nvSpPr>
            <p:spPr>
              <a:xfrm>
                <a:off x="6250185" y="1346150"/>
                <a:ext cx="173700" cy="600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1" name="Google Shape;1291;p54">
              <a:extLst>
                <a:ext uri="{FF2B5EF4-FFF2-40B4-BE49-F238E27FC236}">
                  <a16:creationId xmlns:a16="http://schemas.microsoft.com/office/drawing/2014/main" id="{3FBB889C-C76F-891F-C5CF-6B345DD13E4D}"/>
                </a:ext>
              </a:extLst>
            </p:cNvPr>
            <p:cNvPicPr preferRelativeResize="0"/>
            <p:nvPr/>
          </p:nvPicPr>
          <p:blipFill>
            <a:blip r:embed="rId3">
              <a:alphaModFix/>
            </a:blip>
            <a:stretch>
              <a:fillRect/>
            </a:stretch>
          </p:blipFill>
          <p:spPr>
            <a:xfrm>
              <a:off x="4687386" y="1563400"/>
              <a:ext cx="2932400" cy="1649475"/>
            </a:xfrm>
            <a:prstGeom prst="rect">
              <a:avLst/>
            </a:prstGeom>
            <a:noFill/>
            <a:ln w="9525" cap="flat" cmpd="sng">
              <a:solidFill>
                <a:schemeClr val="dk1"/>
              </a:solidFill>
              <a:prstDash val="solid"/>
              <a:round/>
              <a:headEnd type="none" w="sm" len="sm"/>
              <a:tailEnd type="none" w="sm" len="sm"/>
            </a:ln>
          </p:spPr>
        </p:pic>
      </p:grpSp>
    </p:spTree>
    <p:extLst>
      <p:ext uri="{BB962C8B-B14F-4D97-AF65-F5344CB8AC3E}">
        <p14:creationId xmlns:p14="http://schemas.microsoft.com/office/powerpoint/2010/main" val="539436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3">
          <a:extLst>
            <a:ext uri="{FF2B5EF4-FFF2-40B4-BE49-F238E27FC236}">
              <a16:creationId xmlns:a16="http://schemas.microsoft.com/office/drawing/2014/main" id="{43E9EF73-FA87-2E2B-D8EF-6817396BD5F0}"/>
            </a:ext>
          </a:extLst>
        </p:cNvPr>
        <p:cNvGrpSpPr/>
        <p:nvPr/>
      </p:nvGrpSpPr>
      <p:grpSpPr>
        <a:xfrm>
          <a:off x="0" y="0"/>
          <a:ext cx="0" cy="0"/>
          <a:chOff x="0" y="0"/>
          <a:chExt cx="0" cy="0"/>
        </a:xfrm>
      </p:grpSpPr>
      <p:sp>
        <p:nvSpPr>
          <p:cNvPr id="914" name="Google Shape;914;p40">
            <a:extLst>
              <a:ext uri="{FF2B5EF4-FFF2-40B4-BE49-F238E27FC236}">
                <a16:creationId xmlns:a16="http://schemas.microsoft.com/office/drawing/2014/main" id="{3DA143EB-A4B8-042E-F61B-5C0D08867BD9}"/>
              </a:ext>
            </a:extLst>
          </p:cNvPr>
          <p:cNvSpPr txBox="1">
            <a:spLocks noGrp="1"/>
          </p:cNvSpPr>
          <p:nvPr>
            <p:ph type="title"/>
          </p:nvPr>
        </p:nvSpPr>
        <p:spPr>
          <a:xfrm>
            <a:off x="1805794" y="286717"/>
            <a:ext cx="5261433" cy="790414"/>
          </a:xfrm>
          <a:prstGeom prst="rect">
            <a:avLst/>
          </a:prstGeom>
        </p:spPr>
        <p:txBody>
          <a:bodyPr spcFirstLastPara="1" wrap="square" lIns="91425" tIns="91425" rIns="91425" bIns="91425" anchor="ctr" anchorCtr="0">
            <a:noAutofit/>
          </a:bodyPr>
          <a:lstStyle/>
          <a:p>
            <a:pPr algn="ctr"/>
            <a:r>
              <a:rPr lang="en-US" sz="3000" b="1" dirty="0">
                <a:solidFill>
                  <a:srgbClr val="7B7B7B"/>
                </a:solidFill>
                <a:latin typeface="Barlow" panose="00000500000000000000" pitchFamily="2" charset="0"/>
                <a:ea typeface="Fira Sans Extra Condensed Medium"/>
                <a:cs typeface="Fira Sans Extra Condensed Medium"/>
                <a:sym typeface="Fira Sans Extra Condensed Medium"/>
              </a:rPr>
              <a:t>Providing medical treatment</a:t>
            </a:r>
          </a:p>
        </p:txBody>
      </p:sp>
      <p:sp>
        <p:nvSpPr>
          <p:cNvPr id="915" name="Google Shape;915;p40">
            <a:extLst>
              <a:ext uri="{FF2B5EF4-FFF2-40B4-BE49-F238E27FC236}">
                <a16:creationId xmlns:a16="http://schemas.microsoft.com/office/drawing/2014/main" id="{CE59522D-C18A-EBCD-3E9F-52DEDDB6CADC}"/>
              </a:ext>
            </a:extLst>
          </p:cNvPr>
          <p:cNvSpPr txBox="1">
            <a:spLocks noGrp="1"/>
          </p:cNvSpPr>
          <p:nvPr>
            <p:ph type="title" idx="2"/>
          </p:nvPr>
        </p:nvSpPr>
        <p:spPr>
          <a:xfrm>
            <a:off x="1321295" y="-54244"/>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400" b="1" dirty="0">
                <a:latin typeface="Amatic SC" panose="00000500000000000000" pitchFamily="2" charset="-79"/>
                <a:cs typeface="Amatic SC" panose="00000500000000000000" pitchFamily="2" charset="-79"/>
              </a:rPr>
              <a:t>03</a:t>
            </a:r>
            <a:endParaRPr sz="4400" b="1" dirty="0">
              <a:latin typeface="Amatic SC" panose="00000500000000000000" pitchFamily="2" charset="-79"/>
              <a:cs typeface="Amatic SC" panose="00000500000000000000" pitchFamily="2" charset="-79"/>
            </a:endParaRPr>
          </a:p>
        </p:txBody>
      </p:sp>
      <p:cxnSp>
        <p:nvCxnSpPr>
          <p:cNvPr id="3" name="מחבר: מרפקי 2">
            <a:extLst>
              <a:ext uri="{FF2B5EF4-FFF2-40B4-BE49-F238E27FC236}">
                <a16:creationId xmlns:a16="http://schemas.microsoft.com/office/drawing/2014/main" id="{6E5C9F17-F687-06C1-3A90-31873E0B3171}"/>
              </a:ext>
            </a:extLst>
          </p:cNvPr>
          <p:cNvCxnSpPr>
            <a:cxnSpLocks/>
          </p:cNvCxnSpPr>
          <p:nvPr/>
        </p:nvCxnSpPr>
        <p:spPr>
          <a:xfrm rot="5400000">
            <a:off x="960896" y="2286004"/>
            <a:ext cx="3386384" cy="968638"/>
          </a:xfrm>
          <a:prstGeom prst="bentConnector3">
            <a:avLst/>
          </a:prstGeom>
          <a:ln>
            <a:solidFill>
              <a:srgbClr val="7B7B7B"/>
            </a:solidFill>
            <a:prstDash val="dash"/>
          </a:ln>
        </p:spPr>
        <p:style>
          <a:lnRef idx="1">
            <a:schemeClr val="accent1"/>
          </a:lnRef>
          <a:fillRef idx="0">
            <a:schemeClr val="accent1"/>
          </a:fillRef>
          <a:effectRef idx="0">
            <a:schemeClr val="accent1"/>
          </a:effectRef>
          <a:fontRef idx="minor">
            <a:schemeClr val="tx1"/>
          </a:fontRef>
        </p:style>
      </p:cxnSp>
      <p:sp>
        <p:nvSpPr>
          <p:cNvPr id="8" name="Google Shape;112;p16">
            <a:extLst>
              <a:ext uri="{FF2B5EF4-FFF2-40B4-BE49-F238E27FC236}">
                <a16:creationId xmlns:a16="http://schemas.microsoft.com/office/drawing/2014/main" id="{E8E0E1F0-C712-7903-11A1-137C4B62988A}"/>
              </a:ext>
            </a:extLst>
          </p:cNvPr>
          <p:cNvSpPr txBox="1"/>
          <p:nvPr/>
        </p:nvSpPr>
        <p:spPr>
          <a:xfrm>
            <a:off x="0" y="1015699"/>
            <a:ext cx="3138408" cy="1712003"/>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What the Scenario Represents</a:t>
            </a:r>
          </a:p>
          <a:p>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a:p>
            <a:r>
              <a:rPr lang="en-US" dirty="0">
                <a:latin typeface="Barlow" panose="00000500000000000000" pitchFamily="2" charset="0"/>
              </a:rPr>
              <a:t>The simulation allows the user to be a part of a basic medical treatment and interact with the recovery process in a controlled environment.</a:t>
            </a:r>
            <a:endParaRPr sz="11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sp>
        <p:nvSpPr>
          <p:cNvPr id="9" name="Google Shape;112;p16">
            <a:extLst>
              <a:ext uri="{FF2B5EF4-FFF2-40B4-BE49-F238E27FC236}">
                <a16:creationId xmlns:a16="http://schemas.microsoft.com/office/drawing/2014/main" id="{A32F170E-BCA1-E4EE-2F7C-91762FA95D7F}"/>
              </a:ext>
            </a:extLst>
          </p:cNvPr>
          <p:cNvSpPr txBox="1"/>
          <p:nvPr/>
        </p:nvSpPr>
        <p:spPr>
          <a:xfrm>
            <a:off x="3119471" y="1015699"/>
            <a:ext cx="5452035" cy="3206654"/>
          </a:xfrm>
          <a:prstGeom prst="rect">
            <a:avLst/>
          </a:prstGeom>
          <a:noFill/>
          <a:ln>
            <a:noFill/>
          </a:ln>
        </p:spPr>
        <p:txBody>
          <a:bodyPr spcFirstLastPara="1" wrap="square" lIns="91425" tIns="91425" rIns="91425" bIns="91425" anchor="t" anchorCtr="0">
            <a:noAutofit/>
          </a:bodyPr>
          <a:lstStyle/>
          <a:p>
            <a:r>
              <a:rPr lang="en-US" sz="1200" b="1" dirty="0">
                <a:solidFill>
                  <a:schemeClr val="tx1"/>
                </a:solidFill>
                <a:latin typeface="Barlow" panose="00000500000000000000" pitchFamily="2" charset="0"/>
                <a:ea typeface="Fira Sans Extra Condensed Medium"/>
                <a:cs typeface="Fira Sans Extra Condensed Medium"/>
                <a:sym typeface="Fira Sans Extra Condensed Medium"/>
              </a:rPr>
              <a:t>Technological Implementation</a:t>
            </a:r>
          </a:p>
          <a:p>
            <a:endParaRPr lang="en-US" sz="1200" b="1"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171450" indent="-171450">
              <a:buFont typeface="Arial" panose="020B0604020202020204" pitchFamily="34" charset="0"/>
              <a:buChar char="•"/>
            </a:pPr>
            <a:r>
              <a:rPr lang="en-US" dirty="0"/>
              <a:t>An Arduino microcontroller is integrated with an MPU (Motion Processing Unit) sensor to track the injured player's movement.</a:t>
            </a:r>
          </a:p>
          <a:p>
            <a:pPr marL="171450" indent="-171450">
              <a:buFont typeface="Arial" panose="020B0604020202020204" pitchFamily="34" charset="0"/>
              <a:buChar char="•"/>
            </a:pPr>
            <a:r>
              <a:rPr lang="en-US" dirty="0"/>
              <a:t>The MPU detects motion changes and sends real-time data to Unity.</a:t>
            </a:r>
            <a:endParaRPr lang="en-US" dirty="0">
              <a:solidFill>
                <a:schemeClr val="tx1"/>
              </a:solidFill>
              <a:latin typeface="Barlow" panose="00000500000000000000" pitchFamily="2" charset="0"/>
              <a:sym typeface="Fira Sans Extra Condensed Medium"/>
            </a:endParaRPr>
          </a:p>
          <a:p>
            <a:pPr marL="171450" indent="-171450">
              <a:buFont typeface="Arial" panose="020B0604020202020204" pitchFamily="34" charset="0"/>
              <a:buChar char="•"/>
            </a:pPr>
            <a:r>
              <a:rPr lang="en-US" dirty="0"/>
              <a:t>The Arduino code, written in C, processes motion signals and communicates with Unity via a serial connection.</a:t>
            </a:r>
          </a:p>
          <a:p>
            <a:pPr marL="171450" indent="-171450">
              <a:buFont typeface="Arial" panose="020B0604020202020204" pitchFamily="34" charset="0"/>
              <a:buChar char="•"/>
            </a:pPr>
            <a:r>
              <a:rPr lang="en-US" dirty="0"/>
              <a:t>A button-based healing system is implemented, requiring 10 presses to trigger recovery.</a:t>
            </a:r>
          </a:p>
          <a:p>
            <a:pPr marL="171450" indent="-171450">
              <a:buFont typeface="Arial" panose="020B0604020202020204" pitchFamily="34" charset="0"/>
              <a:buChar char="•"/>
            </a:pPr>
            <a:r>
              <a:rPr lang="en-US" dirty="0"/>
              <a:t>Unity responds by animating the injured character’s recovery, completing the treatment process.</a:t>
            </a:r>
          </a:p>
          <a:p>
            <a:pPr marL="171450" indent="-171450">
              <a:buFont typeface="Arial" panose="020B0604020202020204" pitchFamily="34" charset="0"/>
              <a:buChar char="•"/>
            </a:pPr>
            <a:r>
              <a:rPr lang="en-US" dirty="0"/>
              <a:t>Saving treatment history.</a:t>
            </a:r>
          </a:p>
          <a:p>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grpSp>
        <p:nvGrpSpPr>
          <p:cNvPr id="10" name="קבוצה 9">
            <a:extLst>
              <a:ext uri="{FF2B5EF4-FFF2-40B4-BE49-F238E27FC236}">
                <a16:creationId xmlns:a16="http://schemas.microsoft.com/office/drawing/2014/main" id="{66869AB6-1460-8BA5-A591-ABC0A60D39D0}"/>
              </a:ext>
            </a:extLst>
          </p:cNvPr>
          <p:cNvGrpSpPr/>
          <p:nvPr/>
        </p:nvGrpSpPr>
        <p:grpSpPr>
          <a:xfrm>
            <a:off x="69246" y="2945241"/>
            <a:ext cx="1979394" cy="1277111"/>
            <a:chOff x="4365747" y="1322922"/>
            <a:chExt cx="3575677" cy="2307038"/>
          </a:xfrm>
        </p:grpSpPr>
        <p:grpSp>
          <p:nvGrpSpPr>
            <p:cNvPr id="11" name="Google Shape;1286;p54">
              <a:extLst>
                <a:ext uri="{FF2B5EF4-FFF2-40B4-BE49-F238E27FC236}">
                  <a16:creationId xmlns:a16="http://schemas.microsoft.com/office/drawing/2014/main" id="{6D8EF629-B70C-91B8-A663-0D991473AF59}"/>
                </a:ext>
              </a:extLst>
            </p:cNvPr>
            <p:cNvGrpSpPr/>
            <p:nvPr/>
          </p:nvGrpSpPr>
          <p:grpSpPr>
            <a:xfrm>
              <a:off x="4365747" y="1322922"/>
              <a:ext cx="3575677" cy="2307038"/>
              <a:chOff x="4489026" y="1269550"/>
              <a:chExt cx="3696173" cy="2384782"/>
            </a:xfrm>
          </p:grpSpPr>
          <p:sp>
            <p:nvSpPr>
              <p:cNvPr id="13" name="Google Shape;1287;p54">
                <a:extLst>
                  <a:ext uri="{FF2B5EF4-FFF2-40B4-BE49-F238E27FC236}">
                    <a16:creationId xmlns:a16="http://schemas.microsoft.com/office/drawing/2014/main" id="{8528A38A-4AA5-187C-60EC-39FBA0307B9C}"/>
                  </a:ext>
                </a:extLst>
              </p:cNvPr>
              <p:cNvSpPr/>
              <p:nvPr/>
            </p:nvSpPr>
            <p:spPr>
              <a:xfrm>
                <a:off x="4601661" y="1269550"/>
                <a:ext cx="3470886" cy="2132617"/>
              </a:xfrm>
              <a:custGeom>
                <a:avLst/>
                <a:gdLst/>
                <a:ahLst/>
                <a:cxnLst/>
                <a:rect l="l" t="t" r="r" b="b"/>
                <a:pathLst>
                  <a:path w="163895" h="100702" extrusionOk="0">
                    <a:moveTo>
                      <a:pt x="8116" y="0"/>
                    </a:moveTo>
                    <a:cubicBezTo>
                      <a:pt x="3557" y="0"/>
                      <a:pt x="0" y="3678"/>
                      <a:pt x="0" y="8238"/>
                    </a:cubicBezTo>
                    <a:lnTo>
                      <a:pt x="0" y="100701"/>
                    </a:lnTo>
                    <a:lnTo>
                      <a:pt x="163894" y="100701"/>
                    </a:lnTo>
                    <a:lnTo>
                      <a:pt x="163894" y="8238"/>
                    </a:lnTo>
                    <a:cubicBezTo>
                      <a:pt x="163894" y="3678"/>
                      <a:pt x="160338" y="0"/>
                      <a:pt x="155778" y="0"/>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288;p54">
                <a:extLst>
                  <a:ext uri="{FF2B5EF4-FFF2-40B4-BE49-F238E27FC236}">
                    <a16:creationId xmlns:a16="http://schemas.microsoft.com/office/drawing/2014/main" id="{52926D19-B207-24C2-A80B-AE3971FED2EC}"/>
                  </a:ext>
                </a:extLst>
              </p:cNvPr>
              <p:cNvSpPr/>
              <p:nvPr/>
            </p:nvSpPr>
            <p:spPr>
              <a:xfrm>
                <a:off x="4489026" y="3399406"/>
                <a:ext cx="3696173" cy="112664"/>
              </a:xfrm>
              <a:custGeom>
                <a:avLst/>
                <a:gdLst/>
                <a:ahLst/>
                <a:cxnLst/>
                <a:rect l="l" t="t" r="r" b="b"/>
                <a:pathLst>
                  <a:path w="174533" h="5320" extrusionOk="0">
                    <a:moveTo>
                      <a:pt x="0" y="0"/>
                    </a:moveTo>
                    <a:lnTo>
                      <a:pt x="0" y="5320"/>
                    </a:lnTo>
                    <a:lnTo>
                      <a:pt x="174532" y="5320"/>
                    </a:lnTo>
                    <a:lnTo>
                      <a:pt x="174532" y="0"/>
                    </a:ln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289;p54">
                <a:extLst>
                  <a:ext uri="{FF2B5EF4-FFF2-40B4-BE49-F238E27FC236}">
                    <a16:creationId xmlns:a16="http://schemas.microsoft.com/office/drawing/2014/main" id="{51D782B6-2FF3-209F-D3C9-36D43B5A5E03}"/>
                  </a:ext>
                </a:extLst>
              </p:cNvPr>
              <p:cNvSpPr/>
              <p:nvPr/>
            </p:nvSpPr>
            <p:spPr>
              <a:xfrm>
                <a:off x="4489026" y="3512041"/>
                <a:ext cx="3696173" cy="142292"/>
              </a:xfrm>
              <a:custGeom>
                <a:avLst/>
                <a:gdLst/>
                <a:ahLst/>
                <a:cxnLst/>
                <a:rect l="l" t="t" r="r" b="b"/>
                <a:pathLst>
                  <a:path w="174533" h="6719" extrusionOk="0">
                    <a:moveTo>
                      <a:pt x="0" y="1"/>
                    </a:moveTo>
                    <a:cubicBezTo>
                      <a:pt x="3040" y="4165"/>
                      <a:pt x="8876" y="6718"/>
                      <a:pt x="15350" y="6718"/>
                    </a:cubicBezTo>
                    <a:lnTo>
                      <a:pt x="159213" y="6718"/>
                    </a:lnTo>
                    <a:cubicBezTo>
                      <a:pt x="165657" y="6718"/>
                      <a:pt x="171493" y="4165"/>
                      <a:pt x="174532" y="1"/>
                    </a:cubicBezTo>
                    <a:close/>
                  </a:path>
                </a:pathLst>
              </a:cu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290;p54">
                <a:extLst>
                  <a:ext uri="{FF2B5EF4-FFF2-40B4-BE49-F238E27FC236}">
                    <a16:creationId xmlns:a16="http://schemas.microsoft.com/office/drawing/2014/main" id="{BD43E4CD-3BCB-97AF-07DC-5813FD71D60C}"/>
                  </a:ext>
                </a:extLst>
              </p:cNvPr>
              <p:cNvSpPr/>
              <p:nvPr/>
            </p:nvSpPr>
            <p:spPr>
              <a:xfrm>
                <a:off x="6250185" y="1346150"/>
                <a:ext cx="173700" cy="600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Google Shape;1291;p54">
              <a:extLst>
                <a:ext uri="{FF2B5EF4-FFF2-40B4-BE49-F238E27FC236}">
                  <a16:creationId xmlns:a16="http://schemas.microsoft.com/office/drawing/2014/main" id="{DF403A46-5227-2C24-C838-DBEA34267738}"/>
                </a:ext>
              </a:extLst>
            </p:cNvPr>
            <p:cNvPicPr preferRelativeResize="0"/>
            <p:nvPr/>
          </p:nvPicPr>
          <p:blipFill>
            <a:blip r:embed="rId3">
              <a:alphaModFix/>
            </a:blip>
            <a:stretch>
              <a:fillRect/>
            </a:stretch>
          </p:blipFill>
          <p:spPr>
            <a:xfrm>
              <a:off x="4687386" y="1563400"/>
              <a:ext cx="2932400" cy="1649475"/>
            </a:xfrm>
            <a:prstGeom prst="rect">
              <a:avLst/>
            </a:prstGeom>
            <a:noFill/>
            <a:ln w="9525" cap="flat" cmpd="sng">
              <a:solidFill>
                <a:schemeClr val="dk1"/>
              </a:solidFill>
              <a:prstDash val="solid"/>
              <a:round/>
              <a:headEnd type="none" w="sm" len="sm"/>
              <a:tailEnd type="none" w="sm" len="sm"/>
            </a:ln>
          </p:spPr>
        </p:pic>
      </p:grpSp>
    </p:spTree>
    <p:extLst>
      <p:ext uri="{BB962C8B-B14F-4D97-AF65-F5344CB8AC3E}">
        <p14:creationId xmlns:p14="http://schemas.microsoft.com/office/powerpoint/2010/main" val="466226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337A97-3C37-6306-614A-FDE4100C0A9C}"/>
              </a:ext>
            </a:extLst>
          </p:cNvPr>
          <p:cNvSpPr>
            <a:spLocks noGrp="1"/>
          </p:cNvSpPr>
          <p:nvPr>
            <p:ph type="title"/>
          </p:nvPr>
        </p:nvSpPr>
        <p:spPr>
          <a:xfrm>
            <a:off x="2578006" y="308644"/>
            <a:ext cx="4347580" cy="1066932"/>
          </a:xfrm>
        </p:spPr>
        <p:txBody>
          <a:bodyPr/>
          <a:lstStyle/>
          <a:p>
            <a:r>
              <a:rPr lang="en-US" sz="2000" dirty="0"/>
              <a:t>Expectation vs Reality</a:t>
            </a:r>
            <a:endParaRPr lang="he-IL" sz="2000" dirty="0"/>
          </a:p>
        </p:txBody>
      </p:sp>
      <p:sp>
        <p:nvSpPr>
          <p:cNvPr id="6" name="Google Shape;112;p16">
            <a:extLst>
              <a:ext uri="{FF2B5EF4-FFF2-40B4-BE49-F238E27FC236}">
                <a16:creationId xmlns:a16="http://schemas.microsoft.com/office/drawing/2014/main" id="{76CC970D-4527-0475-6937-3619596E08DE}"/>
              </a:ext>
            </a:extLst>
          </p:cNvPr>
          <p:cNvSpPr txBox="1"/>
          <p:nvPr/>
        </p:nvSpPr>
        <p:spPr>
          <a:xfrm>
            <a:off x="416026" y="1087262"/>
            <a:ext cx="7416008" cy="3206654"/>
          </a:xfrm>
          <a:prstGeom prst="rect">
            <a:avLst/>
          </a:prstGeom>
          <a:noFill/>
          <a:ln>
            <a:noFill/>
          </a:ln>
        </p:spPr>
        <p:txBody>
          <a:bodyPr spcFirstLastPara="1" wrap="square" lIns="91425" tIns="91425" rIns="91425" bIns="91425" anchor="t" anchorCtr="0">
            <a:noAutofit/>
          </a:bodyPr>
          <a:lstStyle/>
          <a:p>
            <a:r>
              <a:rPr lang="en-US" sz="1600" dirty="0">
                <a:solidFill>
                  <a:schemeClr val="tx1"/>
                </a:solidFill>
                <a:latin typeface="Barlow" panose="00000500000000000000" pitchFamily="2" charset="0"/>
                <a:ea typeface="Fira Sans Extra Condensed Medium"/>
                <a:cs typeface="Fira Sans Extra Condensed Medium"/>
                <a:sym typeface="Fira Sans Extra Condensed Medium"/>
              </a:rPr>
              <a:t>- Another scenario.</a:t>
            </a:r>
          </a:p>
          <a:p>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r>
              <a:rPr lang="en-US" sz="1600" dirty="0">
                <a:solidFill>
                  <a:schemeClr val="tx1"/>
                </a:solidFill>
                <a:latin typeface="Barlow" panose="00000500000000000000" pitchFamily="2" charset="0"/>
                <a:ea typeface="Fira Sans Extra Condensed Medium"/>
                <a:cs typeface="Fira Sans Extra Condensed Medium"/>
                <a:sym typeface="Fira Sans Extra Condensed Medium"/>
              </a:rPr>
              <a:t>- More sensors.</a:t>
            </a:r>
          </a:p>
          <a:p>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pPr marL="171450" indent="-171450">
              <a:buFontTx/>
              <a:buChar char="-"/>
            </a:pPr>
            <a:r>
              <a:rPr lang="en-US" sz="1600" dirty="0">
                <a:solidFill>
                  <a:schemeClr val="tx1"/>
                </a:solidFill>
                <a:latin typeface="Barlow" panose="00000500000000000000" pitchFamily="2" charset="0"/>
                <a:ea typeface="Fira Sans Extra Condensed Medium"/>
                <a:cs typeface="Fira Sans Extra Condensed Medium"/>
                <a:sym typeface="Fira Sans Extra Condensed Medium"/>
              </a:rPr>
              <a:t>VR kit.</a:t>
            </a:r>
          </a:p>
          <a:p>
            <a:endParaRPr lang="en-US" sz="1600" dirty="0">
              <a:solidFill>
                <a:schemeClr val="tx1"/>
              </a:solidFill>
              <a:latin typeface="Barlow" panose="00000500000000000000" pitchFamily="2" charset="0"/>
              <a:ea typeface="Fira Sans Extra Condensed Medium"/>
              <a:cs typeface="Fira Sans Extra Condensed Medium"/>
              <a:sym typeface="Fira Sans Extra Condensed Medium"/>
            </a:endParaRPr>
          </a:p>
          <a:p>
            <a:r>
              <a:rPr lang="en-US" sz="1600" dirty="0">
                <a:solidFill>
                  <a:schemeClr val="tx1"/>
                </a:solidFill>
                <a:latin typeface="Barlow" panose="00000500000000000000" pitchFamily="2" charset="0"/>
                <a:ea typeface="Fira Sans Extra Condensed Medium"/>
                <a:cs typeface="Fira Sans Extra Condensed Medium"/>
                <a:sym typeface="Fira Sans Extra Condensed Medium"/>
              </a:rPr>
              <a:t>- More explicit medical treatment.</a:t>
            </a:r>
          </a:p>
          <a:p>
            <a:pPr marL="171450" indent="-171450">
              <a:buFontTx/>
              <a:buChar char="-"/>
            </a:pPr>
            <a:endParaRPr lang="en-US" sz="1200" dirty="0">
              <a:solidFill>
                <a:schemeClr val="tx1"/>
              </a:solidFill>
              <a:latin typeface="Barlow" panose="00000500000000000000" pitchFamily="2" charset="0"/>
              <a:ea typeface="Fira Sans Extra Condensed Medium"/>
              <a:cs typeface="Fira Sans Extra Condensed Medium"/>
              <a:sym typeface="Fira Sans Extra Condensed Medium"/>
            </a:endParaRPr>
          </a:p>
        </p:txBody>
      </p:sp>
    </p:spTree>
    <p:extLst>
      <p:ext uri="{BB962C8B-B14F-4D97-AF65-F5344CB8AC3E}">
        <p14:creationId xmlns:p14="http://schemas.microsoft.com/office/powerpoint/2010/main" val="2691760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8"/>
        <p:cNvGrpSpPr/>
        <p:nvPr/>
      </p:nvGrpSpPr>
      <p:grpSpPr>
        <a:xfrm>
          <a:off x="0" y="0"/>
          <a:ext cx="0" cy="0"/>
          <a:chOff x="0" y="0"/>
          <a:chExt cx="0" cy="0"/>
        </a:xfrm>
      </p:grpSpPr>
      <p:sp>
        <p:nvSpPr>
          <p:cNvPr id="1786" name="Google Shape;1786;p70"/>
          <p:cNvSpPr/>
          <p:nvPr/>
        </p:nvSpPr>
        <p:spPr>
          <a:xfrm>
            <a:off x="2081493" y="3700063"/>
            <a:ext cx="4836142" cy="567000"/>
          </a:xfrm>
          <a:prstGeom prst="rect">
            <a:avLst/>
          </a:prstGeom>
          <a:solidFill>
            <a:srgbClr val="F8F4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70"/>
          <p:cNvSpPr txBox="1">
            <a:spLocks noGrp="1"/>
          </p:cNvSpPr>
          <p:nvPr>
            <p:ph type="title"/>
          </p:nvPr>
        </p:nvSpPr>
        <p:spPr>
          <a:xfrm>
            <a:off x="2347938" y="2042400"/>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THANKS!</a:t>
            </a:r>
            <a:endParaRPr dirty="0"/>
          </a:p>
        </p:txBody>
      </p:sp>
      <p:grpSp>
        <p:nvGrpSpPr>
          <p:cNvPr id="1796" name="Google Shape;1796;p70"/>
          <p:cNvGrpSpPr/>
          <p:nvPr/>
        </p:nvGrpSpPr>
        <p:grpSpPr>
          <a:xfrm rot="10800000">
            <a:off x="7071425" y="3622502"/>
            <a:ext cx="3296400" cy="703085"/>
            <a:chOff x="-12" y="3628590"/>
            <a:chExt cx="3296400" cy="703085"/>
          </a:xfrm>
        </p:grpSpPr>
        <p:grpSp>
          <p:nvGrpSpPr>
            <p:cNvPr id="1797" name="Google Shape;1797;p70"/>
            <p:cNvGrpSpPr/>
            <p:nvPr/>
          </p:nvGrpSpPr>
          <p:grpSpPr>
            <a:xfrm>
              <a:off x="854867" y="3996692"/>
              <a:ext cx="1567047" cy="45661"/>
              <a:chOff x="1754675" y="2661275"/>
              <a:chExt cx="1945675" cy="56700"/>
            </a:xfrm>
          </p:grpSpPr>
          <p:cxnSp>
            <p:nvCxnSpPr>
              <p:cNvPr id="1798" name="Google Shape;1798;p7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799" name="Google Shape;1799;p7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0" name="Google Shape;1800;p70"/>
            <p:cNvGrpSpPr/>
            <p:nvPr/>
          </p:nvGrpSpPr>
          <p:grpSpPr>
            <a:xfrm>
              <a:off x="518420" y="4195487"/>
              <a:ext cx="1561280" cy="136187"/>
              <a:chOff x="1754675" y="2824000"/>
              <a:chExt cx="4728285" cy="412439"/>
            </a:xfrm>
          </p:grpSpPr>
          <p:sp>
            <p:nvSpPr>
              <p:cNvPr id="1801" name="Google Shape;1801;p7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1802" name="Google Shape;1802;p7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3" name="Google Shape;1803;p70"/>
            <p:cNvGrpSpPr/>
            <p:nvPr/>
          </p:nvGrpSpPr>
          <p:grpSpPr>
            <a:xfrm>
              <a:off x="226304" y="3764887"/>
              <a:ext cx="3070084" cy="102364"/>
              <a:chOff x="1779150" y="2604263"/>
              <a:chExt cx="3811875" cy="127113"/>
            </a:xfrm>
          </p:grpSpPr>
          <p:sp>
            <p:nvSpPr>
              <p:cNvPr id="1804" name="Google Shape;1804;p7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1805" name="Google Shape;1805;p7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06" name="Google Shape;1806;p70"/>
            <p:cNvGrpSpPr/>
            <p:nvPr/>
          </p:nvGrpSpPr>
          <p:grpSpPr>
            <a:xfrm>
              <a:off x="-12" y="3628590"/>
              <a:ext cx="3010303" cy="45661"/>
              <a:chOff x="1766900" y="2869225"/>
              <a:chExt cx="3737650" cy="56700"/>
            </a:xfrm>
          </p:grpSpPr>
          <p:cxnSp>
            <p:nvCxnSpPr>
              <p:cNvPr id="1807" name="Google Shape;1807;p7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808" name="Google Shape;1808;p7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09" name="Google Shape;1809;p70"/>
          <p:cNvGrpSpPr/>
          <p:nvPr/>
        </p:nvGrpSpPr>
        <p:grpSpPr>
          <a:xfrm flipH="1">
            <a:off x="-2474399" y="1300215"/>
            <a:ext cx="4555892" cy="541915"/>
            <a:chOff x="5950034" y="3380465"/>
            <a:chExt cx="4555892" cy="541915"/>
          </a:xfrm>
        </p:grpSpPr>
        <p:grpSp>
          <p:nvGrpSpPr>
            <p:cNvPr id="1810" name="Google Shape;1810;p70"/>
            <p:cNvGrpSpPr/>
            <p:nvPr/>
          </p:nvGrpSpPr>
          <p:grpSpPr>
            <a:xfrm rot="10800000">
              <a:off x="5950034" y="3380473"/>
              <a:ext cx="2877996" cy="223763"/>
              <a:chOff x="1748550" y="2064750"/>
              <a:chExt cx="3573375" cy="277863"/>
            </a:xfrm>
          </p:grpSpPr>
          <p:sp>
            <p:nvSpPr>
              <p:cNvPr id="1811" name="Google Shape;1811;p7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1812" name="Google Shape;1812;p7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3" name="Google Shape;1813;p70"/>
            <p:cNvGrpSpPr/>
            <p:nvPr/>
          </p:nvGrpSpPr>
          <p:grpSpPr>
            <a:xfrm rot="10800000">
              <a:off x="6396949" y="3536010"/>
              <a:ext cx="2430997" cy="185534"/>
              <a:chOff x="1748547" y="1392116"/>
              <a:chExt cx="5911958" cy="451312"/>
            </a:xfrm>
          </p:grpSpPr>
          <p:sp>
            <p:nvSpPr>
              <p:cNvPr id="1814" name="Google Shape;1814;p7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txBody>
              <a:bodyPr/>
              <a:lstStyle/>
              <a:p>
                <a:endParaRPr lang="he-IL"/>
              </a:p>
            </p:txBody>
          </p:sp>
          <p:sp>
            <p:nvSpPr>
              <p:cNvPr id="1815" name="Google Shape;1815;p7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6" name="Google Shape;1816;p70"/>
            <p:cNvGrpSpPr/>
            <p:nvPr/>
          </p:nvGrpSpPr>
          <p:grpSpPr>
            <a:xfrm rot="10800000">
              <a:off x="6906834" y="3876719"/>
              <a:ext cx="3140396" cy="45661"/>
              <a:chOff x="234768" y="1449263"/>
              <a:chExt cx="3899175" cy="56700"/>
            </a:xfrm>
          </p:grpSpPr>
          <p:cxnSp>
            <p:nvCxnSpPr>
              <p:cNvPr id="1817" name="Google Shape;1817;p70"/>
              <p:cNvCxnSpPr/>
              <p:nvPr/>
            </p:nvCxnSpPr>
            <p:spPr>
              <a:xfrm>
                <a:off x="234768" y="1477625"/>
                <a:ext cx="3846900" cy="0"/>
              </a:xfrm>
              <a:prstGeom prst="straightConnector1">
                <a:avLst/>
              </a:prstGeom>
              <a:noFill/>
              <a:ln w="9525" cap="flat" cmpd="sng">
                <a:solidFill>
                  <a:schemeClr val="dk1"/>
                </a:solidFill>
                <a:prstDash val="solid"/>
                <a:round/>
                <a:headEnd type="none" w="med" len="med"/>
                <a:tailEnd type="none" w="med" len="med"/>
              </a:ln>
            </p:spPr>
          </p:cxnSp>
          <p:sp>
            <p:nvSpPr>
              <p:cNvPr id="1818" name="Google Shape;1818;p70"/>
              <p:cNvSpPr/>
              <p:nvPr/>
            </p:nvSpPr>
            <p:spPr>
              <a:xfrm>
                <a:off x="4077243" y="1449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9" name="Google Shape;1819;p70"/>
            <p:cNvGrpSpPr/>
            <p:nvPr/>
          </p:nvGrpSpPr>
          <p:grpSpPr>
            <a:xfrm flipH="1">
              <a:off x="7495622" y="3380465"/>
              <a:ext cx="3010303" cy="45661"/>
              <a:chOff x="1766900" y="2869225"/>
              <a:chExt cx="3737650" cy="56700"/>
            </a:xfrm>
          </p:grpSpPr>
          <p:cxnSp>
            <p:nvCxnSpPr>
              <p:cNvPr id="1820" name="Google Shape;1820;p7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821" name="Google Shape;1821;p7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theme/theme1.xml><?xml version="1.0" encoding="utf-8"?>
<a:theme xmlns:a="http://schemas.openxmlformats.org/drawingml/2006/main" name="Data Analytics Strategy Toolkit by Slidesgo">
  <a:themeElements>
    <a:clrScheme name="Simple Light">
      <a:dk1>
        <a:srgbClr val="202331"/>
      </a:dk1>
      <a:lt1>
        <a:srgbClr val="F8F4F4"/>
      </a:lt1>
      <a:dk2>
        <a:srgbClr val="1BBBE9"/>
      </a:dk2>
      <a:lt2>
        <a:srgbClr val="2C7EC7"/>
      </a:lt2>
      <a:accent1>
        <a:srgbClr val="0B5394"/>
      </a:accent1>
      <a:accent2>
        <a:srgbClr val="FFFFFF"/>
      </a:accent2>
      <a:accent3>
        <a:srgbClr val="FFFFFF"/>
      </a:accent3>
      <a:accent4>
        <a:srgbClr val="FFFFFF"/>
      </a:accent4>
      <a:accent5>
        <a:srgbClr val="FFFFFF"/>
      </a:accent5>
      <a:accent6>
        <a:srgbClr val="FFFFFF"/>
      </a:accent6>
      <a:hlink>
        <a:srgbClr val="202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453</TotalTime>
  <Words>560</Words>
  <Application>Microsoft Office PowerPoint</Application>
  <PresentationFormat>‫הצגה על המסך (16:9)</PresentationFormat>
  <Paragraphs>94</Paragraphs>
  <Slides>10</Slides>
  <Notes>9</Notes>
  <HiddenSlides>0</HiddenSlides>
  <MMClips>0</MMClips>
  <ScaleCrop>false</ScaleCrop>
  <HeadingPairs>
    <vt:vector size="6" baseType="variant">
      <vt:variant>
        <vt:lpstr>גופנים בשימוש</vt:lpstr>
      </vt:variant>
      <vt:variant>
        <vt:i4>9</vt:i4>
      </vt:variant>
      <vt:variant>
        <vt:lpstr>ערכת נושא</vt:lpstr>
      </vt:variant>
      <vt:variant>
        <vt:i4>1</vt:i4>
      </vt:variant>
      <vt:variant>
        <vt:lpstr>כותרות שקופיות</vt:lpstr>
      </vt:variant>
      <vt:variant>
        <vt:i4>10</vt:i4>
      </vt:variant>
    </vt:vector>
  </HeadingPairs>
  <TitlesOfParts>
    <vt:vector size="20" baseType="lpstr">
      <vt:lpstr>Poppins</vt:lpstr>
      <vt:lpstr>Cascadia Mono</vt:lpstr>
      <vt:lpstr>Barlow</vt:lpstr>
      <vt:lpstr>Anaheim</vt:lpstr>
      <vt:lpstr>Amatic SC</vt:lpstr>
      <vt:lpstr>Poppins Black</vt:lpstr>
      <vt:lpstr>Nunito Light</vt:lpstr>
      <vt:lpstr>Arial</vt:lpstr>
      <vt:lpstr>Poppins ExtraBold</vt:lpstr>
      <vt:lpstr>Data Analytics Strategy Toolkit by Slidesgo</vt:lpstr>
      <vt:lpstr>Medical Simulator Final Project</vt:lpstr>
      <vt:lpstr>TABLE OF CONTENTS</vt:lpstr>
      <vt:lpstr>Research Motivation</vt:lpstr>
      <vt:lpstr>Methodology</vt:lpstr>
      <vt:lpstr>Project Overview: Scenario &amp; Users</vt:lpstr>
      <vt:lpstr>Driving the vehicle</vt:lpstr>
      <vt:lpstr>Car accident</vt:lpstr>
      <vt:lpstr>Providing medical treatment</vt:lpstr>
      <vt:lpstr>Expectation vs Reality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Ohad Goldberg</cp:lastModifiedBy>
  <cp:revision>16</cp:revision>
  <dcterms:modified xsi:type="dcterms:W3CDTF">2025-02-23T17:47:17Z</dcterms:modified>
</cp:coreProperties>
</file>